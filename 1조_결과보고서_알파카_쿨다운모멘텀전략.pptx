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rts/chart1.xml" ContentType="application/vnd.openxmlformats-officedocument.drawingml.chart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1" r:id="rId15"/>
    <p:sldId id="282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83" r:id="rId26"/>
    <p:sldId id="280" r:id="rId2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F3C7"/>
    <a:srgbClr val="FCA5A5"/>
    <a:srgbClr val="10B981"/>
    <a:srgbClr val="475569"/>
    <a:srgbClr val="256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E1DC830-1B05-43AF-894A-8453E182FAAE}" v="139" dt="2026-02-18T17:14:23.18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474" autoAdjust="0"/>
    <p:restoredTop sz="94610"/>
  </p:normalViewPr>
  <p:slideViewPr>
    <p:cSldViewPr snapToGrid="0" snapToObjects="1">
      <p:cViewPr varScale="1">
        <p:scale>
          <a:sx n="143" d="100"/>
          <a:sy n="143" d="100"/>
        </p:scale>
        <p:origin x="120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동호 김" userId="7139bc9231f6643b" providerId="LiveId" clId="{86CB3240-798F-4938-8840-A4DE260C19AE}"/>
    <pc:docChg chg="undo custSel addSld delSld modSld">
      <pc:chgData name="동호 김" userId="7139bc9231f6643b" providerId="LiveId" clId="{86CB3240-798F-4938-8840-A4DE260C19AE}" dt="2026-02-18T17:20:11.219" v="1676" actId="113"/>
      <pc:docMkLst>
        <pc:docMk/>
      </pc:docMkLst>
      <pc:sldChg chg="modSp mod">
        <pc:chgData name="동호 김" userId="7139bc9231f6643b" providerId="LiveId" clId="{86CB3240-798F-4938-8840-A4DE260C19AE}" dt="2026-02-18T13:51:56.804" v="309" actId="20577"/>
        <pc:sldMkLst>
          <pc:docMk/>
          <pc:sldMk cId="0" sldId="259"/>
        </pc:sldMkLst>
        <pc:spChg chg="mod">
          <ac:chgData name="동호 김" userId="7139bc9231f6643b" providerId="LiveId" clId="{86CB3240-798F-4938-8840-A4DE260C19AE}" dt="2026-02-18T13:51:56.804" v="309" actId="20577"/>
          <ac:spMkLst>
            <pc:docMk/>
            <pc:sldMk cId="0" sldId="259"/>
            <ac:spMk id="26" creationId="{00000000-0000-0000-0000-000000000000}"/>
          </ac:spMkLst>
        </pc:spChg>
      </pc:sldChg>
      <pc:sldChg chg="modSp mod">
        <pc:chgData name="동호 김" userId="7139bc9231f6643b" providerId="LiveId" clId="{86CB3240-798F-4938-8840-A4DE260C19AE}" dt="2026-02-18T14:41:08.049" v="535" actId="404"/>
        <pc:sldMkLst>
          <pc:docMk/>
          <pc:sldMk cId="0" sldId="260"/>
        </pc:sldMkLst>
        <pc:spChg chg="mod">
          <ac:chgData name="동호 김" userId="7139bc9231f6643b" providerId="LiveId" clId="{86CB3240-798F-4938-8840-A4DE260C19AE}" dt="2026-02-18T14:39:39.709" v="475"/>
          <ac:spMkLst>
            <pc:docMk/>
            <pc:sldMk cId="0" sldId="260"/>
            <ac:spMk id="4" creationId="{00000000-0000-0000-0000-000000000000}"/>
          </ac:spMkLst>
        </pc:spChg>
        <pc:spChg chg="mod">
          <ac:chgData name="동호 김" userId="7139bc9231f6643b" providerId="LiveId" clId="{86CB3240-798F-4938-8840-A4DE260C19AE}" dt="2026-02-18T14:38:52.586" v="452" actId="1035"/>
          <ac:spMkLst>
            <pc:docMk/>
            <pc:sldMk cId="0" sldId="260"/>
            <ac:spMk id="6" creationId="{00000000-0000-0000-0000-000000000000}"/>
          </ac:spMkLst>
        </pc:spChg>
        <pc:spChg chg="mod">
          <ac:chgData name="동호 김" userId="7139bc9231f6643b" providerId="LiveId" clId="{86CB3240-798F-4938-8840-A4DE260C19AE}" dt="2026-02-18T14:38:52.586" v="452" actId="1035"/>
          <ac:spMkLst>
            <pc:docMk/>
            <pc:sldMk cId="0" sldId="260"/>
            <ac:spMk id="9" creationId="{00000000-0000-0000-0000-000000000000}"/>
          </ac:spMkLst>
        </pc:spChg>
        <pc:spChg chg="mod">
          <ac:chgData name="동호 김" userId="7139bc9231f6643b" providerId="LiveId" clId="{86CB3240-798F-4938-8840-A4DE260C19AE}" dt="2026-02-18T14:38:52.586" v="452" actId="1035"/>
          <ac:spMkLst>
            <pc:docMk/>
            <pc:sldMk cId="0" sldId="260"/>
            <ac:spMk id="12" creationId="{00000000-0000-0000-0000-000000000000}"/>
          </ac:spMkLst>
        </pc:spChg>
        <pc:spChg chg="mod">
          <ac:chgData name="동호 김" userId="7139bc9231f6643b" providerId="LiveId" clId="{86CB3240-798F-4938-8840-A4DE260C19AE}" dt="2026-02-18T14:38:52.586" v="452" actId="1035"/>
          <ac:spMkLst>
            <pc:docMk/>
            <pc:sldMk cId="0" sldId="260"/>
            <ac:spMk id="13" creationId="{00000000-0000-0000-0000-000000000000}"/>
          </ac:spMkLst>
        </pc:spChg>
        <pc:spChg chg="mod">
          <ac:chgData name="동호 김" userId="7139bc9231f6643b" providerId="LiveId" clId="{86CB3240-798F-4938-8840-A4DE260C19AE}" dt="2026-02-18T14:38:52.586" v="452" actId="1035"/>
          <ac:spMkLst>
            <pc:docMk/>
            <pc:sldMk cId="0" sldId="260"/>
            <ac:spMk id="14" creationId="{00000000-0000-0000-0000-000000000000}"/>
          </ac:spMkLst>
        </pc:spChg>
        <pc:spChg chg="mod">
          <ac:chgData name="동호 김" userId="7139bc9231f6643b" providerId="LiveId" clId="{86CB3240-798F-4938-8840-A4DE260C19AE}" dt="2026-02-18T14:38:52.586" v="452" actId="1035"/>
          <ac:spMkLst>
            <pc:docMk/>
            <pc:sldMk cId="0" sldId="260"/>
            <ac:spMk id="17" creationId="{00000000-0000-0000-0000-000000000000}"/>
          </ac:spMkLst>
        </pc:spChg>
        <pc:spChg chg="mod">
          <ac:chgData name="동호 김" userId="7139bc9231f6643b" providerId="LiveId" clId="{86CB3240-798F-4938-8840-A4DE260C19AE}" dt="2026-02-18T14:38:52.586" v="452" actId="1035"/>
          <ac:spMkLst>
            <pc:docMk/>
            <pc:sldMk cId="0" sldId="260"/>
            <ac:spMk id="18" creationId="{00000000-0000-0000-0000-000000000000}"/>
          </ac:spMkLst>
        </pc:spChg>
        <pc:spChg chg="mod">
          <ac:chgData name="동호 김" userId="7139bc9231f6643b" providerId="LiveId" clId="{86CB3240-798F-4938-8840-A4DE260C19AE}" dt="2026-02-18T14:38:52.586" v="452" actId="1035"/>
          <ac:spMkLst>
            <pc:docMk/>
            <pc:sldMk cId="0" sldId="260"/>
            <ac:spMk id="19" creationId="{00000000-0000-0000-0000-000000000000}"/>
          </ac:spMkLst>
        </pc:spChg>
        <pc:spChg chg="mod">
          <ac:chgData name="동호 김" userId="7139bc9231f6643b" providerId="LiveId" clId="{86CB3240-798F-4938-8840-A4DE260C19AE}" dt="2026-02-18T14:38:52.586" v="452" actId="1035"/>
          <ac:spMkLst>
            <pc:docMk/>
            <pc:sldMk cId="0" sldId="260"/>
            <ac:spMk id="20" creationId="{00000000-0000-0000-0000-000000000000}"/>
          </ac:spMkLst>
        </pc:spChg>
        <pc:spChg chg="mod">
          <ac:chgData name="동호 김" userId="7139bc9231f6643b" providerId="LiveId" clId="{86CB3240-798F-4938-8840-A4DE260C19AE}" dt="2026-02-18T14:38:52.586" v="452" actId="1035"/>
          <ac:spMkLst>
            <pc:docMk/>
            <pc:sldMk cId="0" sldId="260"/>
            <ac:spMk id="22" creationId="{00000000-0000-0000-0000-000000000000}"/>
          </ac:spMkLst>
        </pc:spChg>
        <pc:spChg chg="mod">
          <ac:chgData name="동호 김" userId="7139bc9231f6643b" providerId="LiveId" clId="{86CB3240-798F-4938-8840-A4DE260C19AE}" dt="2026-02-18T14:20:48.882" v="440"/>
          <ac:spMkLst>
            <pc:docMk/>
            <pc:sldMk cId="0" sldId="260"/>
            <ac:spMk id="23" creationId="{00000000-0000-0000-0000-000000000000}"/>
          </ac:spMkLst>
        </pc:spChg>
        <pc:spChg chg="mod">
          <ac:chgData name="동호 김" userId="7139bc9231f6643b" providerId="LiveId" clId="{86CB3240-798F-4938-8840-A4DE260C19AE}" dt="2026-02-18T14:38:43.100" v="444" actId="14100"/>
          <ac:spMkLst>
            <pc:docMk/>
            <pc:sldMk cId="0" sldId="260"/>
            <ac:spMk id="24" creationId="{00000000-0000-0000-0000-000000000000}"/>
          </ac:spMkLst>
        </pc:spChg>
        <pc:spChg chg="mod">
          <ac:chgData name="동호 김" userId="7139bc9231f6643b" providerId="LiveId" clId="{86CB3240-798F-4938-8840-A4DE260C19AE}" dt="2026-02-18T14:40:45.075" v="533" actId="242"/>
          <ac:spMkLst>
            <pc:docMk/>
            <pc:sldMk cId="0" sldId="260"/>
            <ac:spMk id="26" creationId="{00000000-0000-0000-0000-000000000000}"/>
          </ac:spMkLst>
        </pc:spChg>
        <pc:spChg chg="mod">
          <ac:chgData name="동호 김" userId="7139bc9231f6643b" providerId="LiveId" clId="{86CB3240-798F-4938-8840-A4DE260C19AE}" dt="2026-02-18T14:38:43.100" v="444" actId="14100"/>
          <ac:spMkLst>
            <pc:docMk/>
            <pc:sldMk cId="0" sldId="260"/>
            <ac:spMk id="27" creationId="{00000000-0000-0000-0000-000000000000}"/>
          </ac:spMkLst>
        </pc:spChg>
        <pc:spChg chg="mod">
          <ac:chgData name="동호 김" userId="7139bc9231f6643b" providerId="LiveId" clId="{86CB3240-798F-4938-8840-A4DE260C19AE}" dt="2026-02-18T14:40:45.075" v="533" actId="242"/>
          <ac:spMkLst>
            <pc:docMk/>
            <pc:sldMk cId="0" sldId="260"/>
            <ac:spMk id="29" creationId="{00000000-0000-0000-0000-000000000000}"/>
          </ac:spMkLst>
        </pc:spChg>
        <pc:spChg chg="mod">
          <ac:chgData name="동호 김" userId="7139bc9231f6643b" providerId="LiveId" clId="{86CB3240-798F-4938-8840-A4DE260C19AE}" dt="2026-02-18T14:38:43.100" v="444" actId="14100"/>
          <ac:spMkLst>
            <pc:docMk/>
            <pc:sldMk cId="0" sldId="260"/>
            <ac:spMk id="30" creationId="{00000000-0000-0000-0000-000000000000}"/>
          </ac:spMkLst>
        </pc:spChg>
        <pc:spChg chg="mod">
          <ac:chgData name="동호 김" userId="7139bc9231f6643b" providerId="LiveId" clId="{86CB3240-798F-4938-8840-A4DE260C19AE}" dt="2026-02-18T14:41:08.049" v="535" actId="404"/>
          <ac:spMkLst>
            <pc:docMk/>
            <pc:sldMk cId="0" sldId="260"/>
            <ac:spMk id="32" creationId="{00000000-0000-0000-0000-000000000000}"/>
          </ac:spMkLst>
        </pc:spChg>
        <pc:spChg chg="mod">
          <ac:chgData name="동호 김" userId="7139bc9231f6643b" providerId="LiveId" clId="{86CB3240-798F-4938-8840-A4DE260C19AE}" dt="2026-02-18T14:38:43.100" v="444" actId="14100"/>
          <ac:spMkLst>
            <pc:docMk/>
            <pc:sldMk cId="0" sldId="260"/>
            <ac:spMk id="33" creationId="{00000000-0000-0000-0000-000000000000}"/>
          </ac:spMkLst>
        </pc:spChg>
        <pc:spChg chg="mod">
          <ac:chgData name="동호 김" userId="7139bc9231f6643b" providerId="LiveId" clId="{86CB3240-798F-4938-8840-A4DE260C19AE}" dt="2026-02-18T14:40:45.075" v="533" actId="242"/>
          <ac:spMkLst>
            <pc:docMk/>
            <pc:sldMk cId="0" sldId="260"/>
            <ac:spMk id="35" creationId="{00000000-0000-0000-0000-000000000000}"/>
          </ac:spMkLst>
        </pc:spChg>
      </pc:sldChg>
      <pc:sldChg chg="modSp mod">
        <pc:chgData name="동호 김" userId="7139bc9231f6643b" providerId="LiveId" clId="{86CB3240-798F-4938-8840-A4DE260C19AE}" dt="2026-02-18T14:45:07.949" v="563" actId="6549"/>
        <pc:sldMkLst>
          <pc:docMk/>
          <pc:sldMk cId="0" sldId="261"/>
        </pc:sldMkLst>
        <pc:spChg chg="mod">
          <ac:chgData name="동호 김" userId="7139bc9231f6643b" providerId="LiveId" clId="{86CB3240-798F-4938-8840-A4DE260C19AE}" dt="2026-02-18T14:45:07.949" v="563" actId="6549"/>
          <ac:spMkLst>
            <pc:docMk/>
            <pc:sldMk cId="0" sldId="261"/>
            <ac:spMk id="12" creationId="{00000000-0000-0000-0000-000000000000}"/>
          </ac:spMkLst>
        </pc:spChg>
      </pc:sldChg>
      <pc:sldChg chg="modSp mod">
        <pc:chgData name="동호 김" userId="7139bc9231f6643b" providerId="LiveId" clId="{86CB3240-798F-4938-8840-A4DE260C19AE}" dt="2026-02-18T14:47:54.752" v="570"/>
        <pc:sldMkLst>
          <pc:docMk/>
          <pc:sldMk cId="0" sldId="263"/>
        </pc:sldMkLst>
        <pc:spChg chg="mod">
          <ac:chgData name="동호 김" userId="7139bc9231f6643b" providerId="LiveId" clId="{86CB3240-798F-4938-8840-A4DE260C19AE}" dt="2026-02-18T14:47:54.752" v="570"/>
          <ac:spMkLst>
            <pc:docMk/>
            <pc:sldMk cId="0" sldId="263"/>
            <ac:spMk id="27" creationId="{00000000-0000-0000-0000-000000000000}"/>
          </ac:spMkLst>
        </pc:spChg>
      </pc:sldChg>
      <pc:sldChg chg="modSp mod">
        <pc:chgData name="동호 김" userId="7139bc9231f6643b" providerId="LiveId" clId="{86CB3240-798F-4938-8840-A4DE260C19AE}" dt="2026-02-18T14:50:58.960" v="596" actId="20577"/>
        <pc:sldMkLst>
          <pc:docMk/>
          <pc:sldMk cId="0" sldId="264"/>
        </pc:sldMkLst>
        <pc:spChg chg="mod">
          <ac:chgData name="동호 김" userId="7139bc9231f6643b" providerId="LiveId" clId="{86CB3240-798F-4938-8840-A4DE260C19AE}" dt="2026-02-18T14:12:37.771" v="435"/>
          <ac:spMkLst>
            <pc:docMk/>
            <pc:sldMk cId="0" sldId="264"/>
            <ac:spMk id="7" creationId="{00000000-0000-0000-0000-000000000000}"/>
          </ac:spMkLst>
        </pc:spChg>
        <pc:spChg chg="mod">
          <ac:chgData name="동호 김" userId="7139bc9231f6643b" providerId="LiveId" clId="{86CB3240-798F-4938-8840-A4DE260C19AE}" dt="2026-02-18T14:50:46.228" v="578" actId="6549"/>
          <ac:spMkLst>
            <pc:docMk/>
            <pc:sldMk cId="0" sldId="264"/>
            <ac:spMk id="15" creationId="{00000000-0000-0000-0000-000000000000}"/>
          </ac:spMkLst>
        </pc:spChg>
        <pc:spChg chg="mod">
          <ac:chgData name="동호 김" userId="7139bc9231f6643b" providerId="LiveId" clId="{86CB3240-798F-4938-8840-A4DE260C19AE}" dt="2026-02-18T14:50:58.960" v="596" actId="20577"/>
          <ac:spMkLst>
            <pc:docMk/>
            <pc:sldMk cId="0" sldId="264"/>
            <ac:spMk id="21" creationId="{00000000-0000-0000-0000-000000000000}"/>
          </ac:spMkLst>
        </pc:spChg>
      </pc:sldChg>
      <pc:sldChg chg="modSp mod">
        <pc:chgData name="동호 김" userId="7139bc9231f6643b" providerId="LiveId" clId="{86CB3240-798F-4938-8840-A4DE260C19AE}" dt="2026-02-18T13:24:12.940" v="58" actId="20577"/>
        <pc:sldMkLst>
          <pc:docMk/>
          <pc:sldMk cId="0" sldId="265"/>
        </pc:sldMkLst>
        <pc:spChg chg="mod">
          <ac:chgData name="동호 김" userId="7139bc9231f6643b" providerId="LiveId" clId="{86CB3240-798F-4938-8840-A4DE260C19AE}" dt="2026-02-18T13:23:42.588" v="1" actId="20577"/>
          <ac:spMkLst>
            <pc:docMk/>
            <pc:sldMk cId="0" sldId="265"/>
            <ac:spMk id="12" creationId="{00000000-0000-0000-0000-000000000000}"/>
          </ac:spMkLst>
        </pc:spChg>
        <pc:spChg chg="mod">
          <ac:chgData name="동호 김" userId="7139bc9231f6643b" providerId="LiveId" clId="{86CB3240-798F-4938-8840-A4DE260C19AE}" dt="2026-02-18T13:24:12.940" v="58" actId="20577"/>
          <ac:spMkLst>
            <pc:docMk/>
            <pc:sldMk cId="0" sldId="265"/>
            <ac:spMk id="16" creationId="{00000000-0000-0000-0000-000000000000}"/>
          </ac:spMkLst>
        </pc:spChg>
      </pc:sldChg>
      <pc:sldChg chg="modSp mod">
        <pc:chgData name="동호 김" userId="7139bc9231f6643b" providerId="LiveId" clId="{86CB3240-798F-4938-8840-A4DE260C19AE}" dt="2026-02-18T17:19:53.077" v="1674" actId="207"/>
        <pc:sldMkLst>
          <pc:docMk/>
          <pc:sldMk cId="0" sldId="266"/>
        </pc:sldMkLst>
        <pc:spChg chg="mod">
          <ac:chgData name="동호 김" userId="7139bc9231f6643b" providerId="LiveId" clId="{86CB3240-798F-4938-8840-A4DE260C19AE}" dt="2026-02-18T15:01:46.709" v="636" actId="20577"/>
          <ac:spMkLst>
            <pc:docMk/>
            <pc:sldMk cId="0" sldId="266"/>
            <ac:spMk id="7" creationId="{00000000-0000-0000-0000-000000000000}"/>
          </ac:spMkLst>
        </pc:spChg>
        <pc:spChg chg="mod">
          <ac:chgData name="동호 김" userId="7139bc9231f6643b" providerId="LiveId" clId="{86CB3240-798F-4938-8840-A4DE260C19AE}" dt="2026-02-18T13:25:53.249" v="64" actId="14100"/>
          <ac:spMkLst>
            <pc:docMk/>
            <pc:sldMk cId="0" sldId="266"/>
            <ac:spMk id="10" creationId="{00000000-0000-0000-0000-000000000000}"/>
          </ac:spMkLst>
        </pc:spChg>
        <pc:graphicFrameChg chg="modGraphic">
          <ac:chgData name="동호 김" userId="7139bc9231f6643b" providerId="LiveId" clId="{86CB3240-798F-4938-8840-A4DE260C19AE}" dt="2026-02-18T17:19:53.077" v="1674" actId="207"/>
          <ac:graphicFrameMkLst>
            <pc:docMk/>
            <pc:sldMk cId="0" sldId="266"/>
            <ac:graphicFrameMk id="12" creationId="{00000000-0000-0000-0000-000000000000}"/>
          </ac:graphicFrameMkLst>
        </pc:graphicFrameChg>
      </pc:sldChg>
      <pc:sldChg chg="modSp mod">
        <pc:chgData name="동호 김" userId="7139bc9231f6643b" providerId="LiveId" clId="{86CB3240-798F-4938-8840-A4DE260C19AE}" dt="2026-02-18T13:33:37.224" v="99"/>
        <pc:sldMkLst>
          <pc:docMk/>
          <pc:sldMk cId="0" sldId="267"/>
        </pc:sldMkLst>
        <pc:spChg chg="mod">
          <ac:chgData name="동호 김" userId="7139bc9231f6643b" providerId="LiveId" clId="{86CB3240-798F-4938-8840-A4DE260C19AE}" dt="2026-02-18T13:33:37.224" v="99"/>
          <ac:spMkLst>
            <pc:docMk/>
            <pc:sldMk cId="0" sldId="267"/>
            <ac:spMk id="16" creationId="{00000000-0000-0000-0000-000000000000}"/>
          </ac:spMkLst>
        </pc:spChg>
      </pc:sldChg>
      <pc:sldChg chg="modSp mod">
        <pc:chgData name="동호 김" userId="7139bc9231f6643b" providerId="LiveId" clId="{86CB3240-798F-4938-8840-A4DE260C19AE}" dt="2026-02-18T13:46:54.043" v="223" actId="1076"/>
        <pc:sldMkLst>
          <pc:docMk/>
          <pc:sldMk cId="0" sldId="268"/>
        </pc:sldMkLst>
        <pc:spChg chg="mod">
          <ac:chgData name="동호 김" userId="7139bc9231f6643b" providerId="LiveId" clId="{86CB3240-798F-4938-8840-A4DE260C19AE}" dt="2026-02-18T13:46:54.043" v="223" actId="1076"/>
          <ac:spMkLst>
            <pc:docMk/>
            <pc:sldMk cId="0" sldId="268"/>
            <ac:spMk id="7" creationId="{00000000-0000-0000-0000-000000000000}"/>
          </ac:spMkLst>
        </pc:spChg>
        <pc:spChg chg="mod">
          <ac:chgData name="동호 김" userId="7139bc9231f6643b" providerId="LiveId" clId="{86CB3240-798F-4938-8840-A4DE260C19AE}" dt="2026-02-18T13:46:54.043" v="223" actId="1076"/>
          <ac:spMkLst>
            <pc:docMk/>
            <pc:sldMk cId="0" sldId="268"/>
            <ac:spMk id="8" creationId="{00000000-0000-0000-0000-000000000000}"/>
          </ac:spMkLst>
        </pc:spChg>
        <pc:spChg chg="mod">
          <ac:chgData name="동호 김" userId="7139bc9231f6643b" providerId="LiveId" clId="{86CB3240-798F-4938-8840-A4DE260C19AE}" dt="2026-02-18T13:46:54.043" v="223" actId="1076"/>
          <ac:spMkLst>
            <pc:docMk/>
            <pc:sldMk cId="0" sldId="268"/>
            <ac:spMk id="9" creationId="{00000000-0000-0000-0000-000000000000}"/>
          </ac:spMkLst>
        </pc:spChg>
        <pc:spChg chg="mod">
          <ac:chgData name="동호 김" userId="7139bc9231f6643b" providerId="LiveId" clId="{86CB3240-798F-4938-8840-A4DE260C19AE}" dt="2026-02-18T13:46:54.043" v="223" actId="1076"/>
          <ac:spMkLst>
            <pc:docMk/>
            <pc:sldMk cId="0" sldId="268"/>
            <ac:spMk id="10" creationId="{00000000-0000-0000-0000-000000000000}"/>
          </ac:spMkLst>
        </pc:spChg>
        <pc:spChg chg="mod">
          <ac:chgData name="동호 김" userId="7139bc9231f6643b" providerId="LiveId" clId="{86CB3240-798F-4938-8840-A4DE260C19AE}" dt="2026-02-18T13:46:54.043" v="223" actId="1076"/>
          <ac:spMkLst>
            <pc:docMk/>
            <pc:sldMk cId="0" sldId="268"/>
            <ac:spMk id="11" creationId="{00000000-0000-0000-0000-000000000000}"/>
          </ac:spMkLst>
        </pc:spChg>
        <pc:spChg chg="mod">
          <ac:chgData name="동호 김" userId="7139bc9231f6643b" providerId="LiveId" clId="{86CB3240-798F-4938-8840-A4DE260C19AE}" dt="2026-02-18T13:46:54.043" v="223" actId="1076"/>
          <ac:spMkLst>
            <pc:docMk/>
            <pc:sldMk cId="0" sldId="268"/>
            <ac:spMk id="12" creationId="{00000000-0000-0000-0000-000000000000}"/>
          </ac:spMkLst>
        </pc:spChg>
        <pc:spChg chg="mod">
          <ac:chgData name="동호 김" userId="7139bc9231f6643b" providerId="LiveId" clId="{86CB3240-798F-4938-8840-A4DE260C19AE}" dt="2026-02-18T13:46:54.043" v="223" actId="1076"/>
          <ac:spMkLst>
            <pc:docMk/>
            <pc:sldMk cId="0" sldId="268"/>
            <ac:spMk id="13" creationId="{00000000-0000-0000-0000-000000000000}"/>
          </ac:spMkLst>
        </pc:spChg>
        <pc:spChg chg="mod">
          <ac:chgData name="동호 김" userId="7139bc9231f6643b" providerId="LiveId" clId="{86CB3240-798F-4938-8840-A4DE260C19AE}" dt="2026-02-18T13:46:54.043" v="223" actId="1076"/>
          <ac:spMkLst>
            <pc:docMk/>
            <pc:sldMk cId="0" sldId="268"/>
            <ac:spMk id="14" creationId="{00000000-0000-0000-0000-000000000000}"/>
          </ac:spMkLst>
        </pc:spChg>
        <pc:spChg chg="mod">
          <ac:chgData name="동호 김" userId="7139bc9231f6643b" providerId="LiveId" clId="{86CB3240-798F-4938-8840-A4DE260C19AE}" dt="2026-02-18T13:46:54.043" v="223" actId="1076"/>
          <ac:spMkLst>
            <pc:docMk/>
            <pc:sldMk cId="0" sldId="268"/>
            <ac:spMk id="15" creationId="{00000000-0000-0000-0000-000000000000}"/>
          </ac:spMkLst>
        </pc:spChg>
        <pc:spChg chg="mod">
          <ac:chgData name="동호 김" userId="7139bc9231f6643b" providerId="LiveId" clId="{86CB3240-798F-4938-8840-A4DE260C19AE}" dt="2026-02-18T13:46:54.043" v="223" actId="1076"/>
          <ac:spMkLst>
            <pc:docMk/>
            <pc:sldMk cId="0" sldId="268"/>
            <ac:spMk id="16" creationId="{00000000-0000-0000-0000-000000000000}"/>
          </ac:spMkLst>
        </pc:spChg>
      </pc:sldChg>
      <pc:sldChg chg="addSp modSp mod">
        <pc:chgData name="동호 김" userId="7139bc9231f6643b" providerId="LiveId" clId="{86CB3240-798F-4938-8840-A4DE260C19AE}" dt="2026-02-18T15:36:02.129" v="684" actId="20577"/>
        <pc:sldMkLst>
          <pc:docMk/>
          <pc:sldMk cId="0" sldId="270"/>
        </pc:sldMkLst>
        <pc:spChg chg="mod">
          <ac:chgData name="동호 김" userId="7139bc9231f6643b" providerId="LiveId" clId="{86CB3240-798F-4938-8840-A4DE260C19AE}" dt="2026-02-18T15:36:02.129" v="684" actId="20577"/>
          <ac:spMkLst>
            <pc:docMk/>
            <pc:sldMk cId="0" sldId="270"/>
            <ac:spMk id="5" creationId="{00000000-0000-0000-0000-000000000000}"/>
          </ac:spMkLst>
        </pc:spChg>
        <pc:spChg chg="mod">
          <ac:chgData name="동호 김" userId="7139bc9231f6643b" providerId="LiveId" clId="{86CB3240-798F-4938-8840-A4DE260C19AE}" dt="2026-02-18T13:36:43.137" v="116" actId="1076"/>
          <ac:spMkLst>
            <pc:docMk/>
            <pc:sldMk cId="0" sldId="270"/>
            <ac:spMk id="8" creationId="{00000000-0000-0000-0000-000000000000}"/>
          </ac:spMkLst>
        </pc:spChg>
        <pc:spChg chg="mod">
          <ac:chgData name="동호 김" userId="7139bc9231f6643b" providerId="LiveId" clId="{86CB3240-798F-4938-8840-A4DE260C19AE}" dt="2026-02-18T13:35:40.689" v="104" actId="14100"/>
          <ac:spMkLst>
            <pc:docMk/>
            <pc:sldMk cId="0" sldId="270"/>
            <ac:spMk id="9" creationId="{00000000-0000-0000-0000-000000000000}"/>
          </ac:spMkLst>
        </pc:spChg>
        <pc:spChg chg="mod">
          <ac:chgData name="동호 김" userId="7139bc9231f6643b" providerId="LiveId" clId="{86CB3240-798F-4938-8840-A4DE260C19AE}" dt="2026-02-18T13:35:40.689" v="104" actId="14100"/>
          <ac:spMkLst>
            <pc:docMk/>
            <pc:sldMk cId="0" sldId="270"/>
            <ac:spMk id="10" creationId="{00000000-0000-0000-0000-000000000000}"/>
          </ac:spMkLst>
        </pc:spChg>
        <pc:spChg chg="mod">
          <ac:chgData name="동호 김" userId="7139bc9231f6643b" providerId="LiveId" clId="{86CB3240-798F-4938-8840-A4DE260C19AE}" dt="2026-02-18T13:35:52.249" v="107" actId="14100"/>
          <ac:spMkLst>
            <pc:docMk/>
            <pc:sldMk cId="0" sldId="270"/>
            <ac:spMk id="12" creationId="{00000000-0000-0000-0000-000000000000}"/>
          </ac:spMkLst>
        </pc:spChg>
        <pc:spChg chg="mod">
          <ac:chgData name="동호 김" userId="7139bc9231f6643b" providerId="LiveId" clId="{86CB3240-798F-4938-8840-A4DE260C19AE}" dt="2026-02-18T13:36:43.137" v="116" actId="1076"/>
          <ac:spMkLst>
            <pc:docMk/>
            <pc:sldMk cId="0" sldId="270"/>
            <ac:spMk id="13" creationId="{00000000-0000-0000-0000-000000000000}"/>
          </ac:spMkLst>
        </pc:spChg>
        <pc:spChg chg="mod">
          <ac:chgData name="동호 김" userId="7139bc9231f6643b" providerId="LiveId" clId="{86CB3240-798F-4938-8840-A4DE260C19AE}" dt="2026-02-18T13:36:43.137" v="116" actId="1076"/>
          <ac:spMkLst>
            <pc:docMk/>
            <pc:sldMk cId="0" sldId="270"/>
            <ac:spMk id="14" creationId="{00000000-0000-0000-0000-000000000000}"/>
          </ac:spMkLst>
        </pc:spChg>
        <pc:spChg chg="mod">
          <ac:chgData name="동호 김" userId="7139bc9231f6643b" providerId="LiveId" clId="{86CB3240-798F-4938-8840-A4DE260C19AE}" dt="2026-02-18T13:36:43.137" v="116" actId="1076"/>
          <ac:spMkLst>
            <pc:docMk/>
            <pc:sldMk cId="0" sldId="270"/>
            <ac:spMk id="15" creationId="{00000000-0000-0000-0000-000000000000}"/>
          </ac:spMkLst>
        </pc:spChg>
        <pc:spChg chg="mod">
          <ac:chgData name="동호 김" userId="7139bc9231f6643b" providerId="LiveId" clId="{86CB3240-798F-4938-8840-A4DE260C19AE}" dt="2026-02-18T13:36:29.479" v="113" actId="1076"/>
          <ac:spMkLst>
            <pc:docMk/>
            <pc:sldMk cId="0" sldId="270"/>
            <ac:spMk id="17" creationId="{00000000-0000-0000-0000-000000000000}"/>
          </ac:spMkLst>
        </pc:spChg>
        <pc:spChg chg="mod">
          <ac:chgData name="동호 김" userId="7139bc9231f6643b" providerId="LiveId" clId="{86CB3240-798F-4938-8840-A4DE260C19AE}" dt="2026-02-18T13:36:29.479" v="113" actId="1076"/>
          <ac:spMkLst>
            <pc:docMk/>
            <pc:sldMk cId="0" sldId="270"/>
            <ac:spMk id="18" creationId="{00000000-0000-0000-0000-000000000000}"/>
          </ac:spMkLst>
        </pc:spChg>
        <pc:spChg chg="mod">
          <ac:chgData name="동호 김" userId="7139bc9231f6643b" providerId="LiveId" clId="{86CB3240-798F-4938-8840-A4DE260C19AE}" dt="2026-02-18T13:36:29.479" v="113" actId="1076"/>
          <ac:spMkLst>
            <pc:docMk/>
            <pc:sldMk cId="0" sldId="270"/>
            <ac:spMk id="19" creationId="{00000000-0000-0000-0000-000000000000}"/>
          </ac:spMkLst>
        </pc:spChg>
        <pc:spChg chg="mod">
          <ac:chgData name="동호 김" userId="7139bc9231f6643b" providerId="LiveId" clId="{86CB3240-798F-4938-8840-A4DE260C19AE}" dt="2026-02-18T13:36:29.479" v="113" actId="1076"/>
          <ac:spMkLst>
            <pc:docMk/>
            <pc:sldMk cId="0" sldId="270"/>
            <ac:spMk id="20" creationId="{00000000-0000-0000-0000-000000000000}"/>
          </ac:spMkLst>
        </pc:spChg>
        <pc:spChg chg="add mod">
          <ac:chgData name="동호 김" userId="7139bc9231f6643b" providerId="LiveId" clId="{86CB3240-798F-4938-8840-A4DE260C19AE}" dt="2026-02-18T13:36:48.081" v="117" actId="1076"/>
          <ac:spMkLst>
            <pc:docMk/>
            <pc:sldMk cId="0" sldId="270"/>
            <ac:spMk id="23" creationId="{555ECEB6-1EE6-F377-10D8-A68BEF9B16A9}"/>
          </ac:spMkLst>
        </pc:spChg>
        <pc:spChg chg="add mod">
          <ac:chgData name="동호 김" userId="7139bc9231f6643b" providerId="LiveId" clId="{86CB3240-798F-4938-8840-A4DE260C19AE}" dt="2026-02-18T13:36:59.758" v="118" actId="207"/>
          <ac:spMkLst>
            <pc:docMk/>
            <pc:sldMk cId="0" sldId="270"/>
            <ac:spMk id="24" creationId="{78BE7A0C-2E74-513C-91A2-5998F7610BDD}"/>
          </ac:spMkLst>
        </pc:spChg>
        <pc:spChg chg="add mod">
          <ac:chgData name="동호 김" userId="7139bc9231f6643b" providerId="LiveId" clId="{86CB3240-798F-4938-8840-A4DE260C19AE}" dt="2026-02-18T13:37:17.069" v="129"/>
          <ac:spMkLst>
            <pc:docMk/>
            <pc:sldMk cId="0" sldId="270"/>
            <ac:spMk id="25" creationId="{88FE1B9F-A836-AA16-26A7-923B1612DD51}"/>
          </ac:spMkLst>
        </pc:spChg>
        <pc:spChg chg="add mod">
          <ac:chgData name="동호 김" userId="7139bc9231f6643b" providerId="LiveId" clId="{86CB3240-798F-4938-8840-A4DE260C19AE}" dt="2026-02-18T13:38:40.857" v="181"/>
          <ac:spMkLst>
            <pc:docMk/>
            <pc:sldMk cId="0" sldId="270"/>
            <ac:spMk id="26" creationId="{6F8B6480-9CE9-8B4D-1A95-93E9C1479B25}"/>
          </ac:spMkLst>
        </pc:spChg>
      </pc:sldChg>
      <pc:sldChg chg="modSp mod">
        <pc:chgData name="동호 김" userId="7139bc9231f6643b" providerId="LiveId" clId="{86CB3240-798F-4938-8840-A4DE260C19AE}" dt="2026-02-18T17:20:11.219" v="1676" actId="113"/>
        <pc:sldMkLst>
          <pc:docMk/>
          <pc:sldMk cId="0" sldId="271"/>
        </pc:sldMkLst>
        <pc:graphicFrameChg chg="modGraphic">
          <ac:chgData name="동호 김" userId="7139bc9231f6643b" providerId="LiveId" clId="{86CB3240-798F-4938-8840-A4DE260C19AE}" dt="2026-02-18T17:20:11.219" v="1676" actId="113"/>
          <ac:graphicFrameMkLst>
            <pc:docMk/>
            <pc:sldMk cId="0" sldId="271"/>
            <ac:graphicFrameMk id="17" creationId="{00000000-0000-0000-0000-000000000000}"/>
          </ac:graphicFrameMkLst>
        </pc:graphicFrameChg>
      </pc:sldChg>
      <pc:sldChg chg="modSp mod">
        <pc:chgData name="동호 김" userId="7139bc9231f6643b" providerId="LiveId" clId="{86CB3240-798F-4938-8840-A4DE260C19AE}" dt="2026-02-18T16:00:41.533" v="858" actId="6549"/>
        <pc:sldMkLst>
          <pc:docMk/>
          <pc:sldMk cId="0" sldId="274"/>
        </pc:sldMkLst>
        <pc:spChg chg="mod">
          <ac:chgData name="동호 김" userId="7139bc9231f6643b" providerId="LiveId" clId="{86CB3240-798F-4938-8840-A4DE260C19AE}" dt="2026-02-18T16:00:05.206" v="842" actId="6549"/>
          <ac:spMkLst>
            <pc:docMk/>
            <pc:sldMk cId="0" sldId="274"/>
            <ac:spMk id="11" creationId="{ED44648E-02AD-BEE0-EB35-9557914582B1}"/>
          </ac:spMkLst>
        </pc:spChg>
        <pc:spChg chg="mod">
          <ac:chgData name="동호 김" userId="7139bc9231f6643b" providerId="LiveId" clId="{86CB3240-798F-4938-8840-A4DE260C19AE}" dt="2026-02-18T15:58:01.690" v="766" actId="6549"/>
          <ac:spMkLst>
            <pc:docMk/>
            <pc:sldMk cId="0" sldId="274"/>
            <ac:spMk id="15" creationId="{695D53DD-69E6-2C17-8659-B8255C339B92}"/>
          </ac:spMkLst>
        </pc:spChg>
        <pc:spChg chg="mod">
          <ac:chgData name="동호 김" userId="7139bc9231f6643b" providerId="LiveId" clId="{86CB3240-798F-4938-8840-A4DE260C19AE}" dt="2026-02-18T15:59:35.362" v="824"/>
          <ac:spMkLst>
            <pc:docMk/>
            <pc:sldMk cId="0" sldId="274"/>
            <ac:spMk id="16" creationId="{06E9CC3F-9B66-B12E-2191-67844BED3AB2}"/>
          </ac:spMkLst>
        </pc:spChg>
        <pc:spChg chg="mod">
          <ac:chgData name="동호 김" userId="7139bc9231f6643b" providerId="LiveId" clId="{86CB3240-798F-4938-8840-A4DE260C19AE}" dt="2026-02-18T16:00:41.533" v="858" actId="6549"/>
          <ac:spMkLst>
            <pc:docMk/>
            <pc:sldMk cId="0" sldId="274"/>
            <ac:spMk id="21" creationId="{DCD7D78A-5E3E-DFEA-8720-32D9FB3C0F0B}"/>
          </ac:spMkLst>
        </pc:spChg>
        <pc:graphicFrameChg chg="mod modGraphic">
          <ac:chgData name="동호 김" userId="7139bc9231f6643b" providerId="LiveId" clId="{86CB3240-798F-4938-8840-A4DE260C19AE}" dt="2026-02-18T15:57:36.861" v="762" actId="207"/>
          <ac:graphicFrameMkLst>
            <pc:docMk/>
            <pc:sldMk cId="0" sldId="274"/>
            <ac:graphicFrameMk id="20" creationId="{00000000-0000-0000-0000-000000000000}"/>
          </ac:graphicFrameMkLst>
        </pc:graphicFrameChg>
      </pc:sldChg>
      <pc:sldChg chg="addSp delSp modSp mod">
        <pc:chgData name="동호 김" userId="7139bc9231f6643b" providerId="LiveId" clId="{86CB3240-798F-4938-8840-A4DE260C19AE}" dt="2026-02-18T16:30:37.299" v="941" actId="20577"/>
        <pc:sldMkLst>
          <pc:docMk/>
          <pc:sldMk cId="0" sldId="275"/>
        </pc:sldMkLst>
        <pc:spChg chg="del">
          <ac:chgData name="동호 김" userId="7139bc9231f6643b" providerId="LiveId" clId="{86CB3240-798F-4938-8840-A4DE260C19AE}" dt="2026-02-18T16:27:26.317" v="922" actId="478"/>
          <ac:spMkLst>
            <pc:docMk/>
            <pc:sldMk cId="0" sldId="275"/>
            <ac:spMk id="7" creationId="{00000000-0000-0000-0000-000000000000}"/>
          </ac:spMkLst>
        </pc:spChg>
        <pc:spChg chg="del">
          <ac:chgData name="동호 김" userId="7139bc9231f6643b" providerId="LiveId" clId="{86CB3240-798F-4938-8840-A4DE260C19AE}" dt="2026-02-18T16:27:26.317" v="922" actId="478"/>
          <ac:spMkLst>
            <pc:docMk/>
            <pc:sldMk cId="0" sldId="275"/>
            <ac:spMk id="9" creationId="{00000000-0000-0000-0000-000000000000}"/>
          </ac:spMkLst>
        </pc:spChg>
        <pc:spChg chg="del">
          <ac:chgData name="동호 김" userId="7139bc9231f6643b" providerId="LiveId" clId="{86CB3240-798F-4938-8840-A4DE260C19AE}" dt="2026-02-18T16:27:26.317" v="922" actId="478"/>
          <ac:spMkLst>
            <pc:docMk/>
            <pc:sldMk cId="0" sldId="275"/>
            <ac:spMk id="11" creationId="{00000000-0000-0000-0000-000000000000}"/>
          </ac:spMkLst>
        </pc:spChg>
        <pc:spChg chg="del">
          <ac:chgData name="동호 김" userId="7139bc9231f6643b" providerId="LiveId" clId="{86CB3240-798F-4938-8840-A4DE260C19AE}" dt="2026-02-18T16:27:26.317" v="922" actId="478"/>
          <ac:spMkLst>
            <pc:docMk/>
            <pc:sldMk cId="0" sldId="275"/>
            <ac:spMk id="13" creationId="{00000000-0000-0000-0000-000000000000}"/>
          </ac:spMkLst>
        </pc:spChg>
        <pc:spChg chg="del">
          <ac:chgData name="동호 김" userId="7139bc9231f6643b" providerId="LiveId" clId="{86CB3240-798F-4938-8840-A4DE260C19AE}" dt="2026-02-18T16:27:26.317" v="922" actId="478"/>
          <ac:spMkLst>
            <pc:docMk/>
            <pc:sldMk cId="0" sldId="275"/>
            <ac:spMk id="14" creationId="{00000000-0000-0000-0000-000000000000}"/>
          </ac:spMkLst>
        </pc:spChg>
        <pc:spChg chg="del">
          <ac:chgData name="동호 김" userId="7139bc9231f6643b" providerId="LiveId" clId="{86CB3240-798F-4938-8840-A4DE260C19AE}" dt="2026-02-18T16:27:26.317" v="922" actId="478"/>
          <ac:spMkLst>
            <pc:docMk/>
            <pc:sldMk cId="0" sldId="275"/>
            <ac:spMk id="15" creationId="{00000000-0000-0000-0000-000000000000}"/>
          </ac:spMkLst>
        </pc:spChg>
        <pc:spChg chg="del">
          <ac:chgData name="동호 김" userId="7139bc9231f6643b" providerId="LiveId" clId="{86CB3240-798F-4938-8840-A4DE260C19AE}" dt="2026-02-18T16:27:26.317" v="922" actId="478"/>
          <ac:spMkLst>
            <pc:docMk/>
            <pc:sldMk cId="0" sldId="275"/>
            <ac:spMk id="16" creationId="{00000000-0000-0000-0000-000000000000}"/>
          </ac:spMkLst>
        </pc:spChg>
        <pc:spChg chg="del">
          <ac:chgData name="동호 김" userId="7139bc9231f6643b" providerId="LiveId" clId="{86CB3240-798F-4938-8840-A4DE260C19AE}" dt="2026-02-18T16:27:26.317" v="922" actId="478"/>
          <ac:spMkLst>
            <pc:docMk/>
            <pc:sldMk cId="0" sldId="275"/>
            <ac:spMk id="17" creationId="{00000000-0000-0000-0000-000000000000}"/>
          </ac:spMkLst>
        </pc:spChg>
        <pc:spChg chg="del">
          <ac:chgData name="동호 김" userId="7139bc9231f6643b" providerId="LiveId" clId="{86CB3240-798F-4938-8840-A4DE260C19AE}" dt="2026-02-18T16:27:26.317" v="922" actId="478"/>
          <ac:spMkLst>
            <pc:docMk/>
            <pc:sldMk cId="0" sldId="275"/>
            <ac:spMk id="19" creationId="{00000000-0000-0000-0000-000000000000}"/>
          </ac:spMkLst>
        </pc:spChg>
        <pc:spChg chg="del">
          <ac:chgData name="동호 김" userId="7139bc9231f6643b" providerId="LiveId" clId="{86CB3240-798F-4938-8840-A4DE260C19AE}" dt="2026-02-18T16:27:26.317" v="922" actId="478"/>
          <ac:spMkLst>
            <pc:docMk/>
            <pc:sldMk cId="0" sldId="275"/>
            <ac:spMk id="20" creationId="{00000000-0000-0000-0000-000000000000}"/>
          </ac:spMkLst>
        </pc:spChg>
        <pc:spChg chg="mod">
          <ac:chgData name="동호 김" userId="7139bc9231f6643b" providerId="LiveId" clId="{86CB3240-798F-4938-8840-A4DE260C19AE}" dt="2026-02-18T16:28:56.505" v="935" actId="6549"/>
          <ac:spMkLst>
            <pc:docMk/>
            <pc:sldMk cId="0" sldId="275"/>
            <ac:spMk id="30" creationId="{A29F77A0-E824-D910-C92D-8C43507A8257}"/>
          </ac:spMkLst>
        </pc:spChg>
        <pc:spChg chg="mod">
          <ac:chgData name="동호 김" userId="7139bc9231f6643b" providerId="LiveId" clId="{86CB3240-798F-4938-8840-A4DE260C19AE}" dt="2026-02-18T16:30:37.299" v="941" actId="20577"/>
          <ac:spMkLst>
            <pc:docMk/>
            <pc:sldMk cId="0" sldId="275"/>
            <ac:spMk id="42" creationId="{43D937DC-22F7-BC71-396A-30FCE728905C}"/>
          </ac:spMkLst>
        </pc:spChg>
        <pc:graphicFrameChg chg="add del modGraphic">
          <ac:chgData name="동호 김" userId="7139bc9231f6643b" providerId="LiveId" clId="{86CB3240-798F-4938-8840-A4DE260C19AE}" dt="2026-02-18T16:22:28.098" v="880" actId="478"/>
          <ac:graphicFrameMkLst>
            <pc:docMk/>
            <pc:sldMk cId="0" sldId="275"/>
            <ac:graphicFrameMk id="21" creationId="{00000000-0000-0000-0000-000000000000}"/>
          </ac:graphicFrameMkLst>
        </pc:graphicFrameChg>
        <pc:graphicFrameChg chg="add mod">
          <ac:chgData name="동호 김" userId="7139bc9231f6643b" providerId="LiveId" clId="{86CB3240-798F-4938-8840-A4DE260C19AE}" dt="2026-02-18T16:21:26.398" v="862" actId="1076"/>
          <ac:graphicFrameMkLst>
            <pc:docMk/>
            <pc:sldMk cId="0" sldId="275"/>
            <ac:graphicFrameMk id="23" creationId="{1DA07162-B39F-A7E6-D43C-33F29E334871}"/>
          </ac:graphicFrameMkLst>
        </pc:graphicFrameChg>
        <pc:graphicFrameChg chg="add mod modGraphic">
          <ac:chgData name="동호 김" userId="7139bc9231f6643b" providerId="LiveId" clId="{86CB3240-798F-4938-8840-A4DE260C19AE}" dt="2026-02-18T16:27:39.315" v="928" actId="1036"/>
          <ac:graphicFrameMkLst>
            <pc:docMk/>
            <pc:sldMk cId="0" sldId="275"/>
            <ac:graphicFrameMk id="24" creationId="{26FD0CA3-37FF-B1C2-94DD-88FE3A3A02EC}"/>
          </ac:graphicFrameMkLst>
        </pc:graphicFrameChg>
      </pc:sldChg>
      <pc:sldChg chg="addSp delSp modSp mod">
        <pc:chgData name="동호 김" userId="7139bc9231f6643b" providerId="LiveId" clId="{86CB3240-798F-4938-8840-A4DE260C19AE}" dt="2026-02-18T16:36:05.654" v="1149" actId="6549"/>
        <pc:sldMkLst>
          <pc:docMk/>
          <pc:sldMk cId="0" sldId="276"/>
        </pc:sldMkLst>
        <pc:spChg chg="del">
          <ac:chgData name="동호 김" userId="7139bc9231f6643b" providerId="LiveId" clId="{86CB3240-798F-4938-8840-A4DE260C19AE}" dt="2026-02-18T16:27:22.551" v="921" actId="478"/>
          <ac:spMkLst>
            <pc:docMk/>
            <pc:sldMk cId="0" sldId="276"/>
            <ac:spMk id="7" creationId="{00000000-0000-0000-0000-000000000000}"/>
          </ac:spMkLst>
        </pc:spChg>
        <pc:spChg chg="del">
          <ac:chgData name="동호 김" userId="7139bc9231f6643b" providerId="LiveId" clId="{86CB3240-798F-4938-8840-A4DE260C19AE}" dt="2026-02-18T16:27:22.551" v="921" actId="478"/>
          <ac:spMkLst>
            <pc:docMk/>
            <pc:sldMk cId="0" sldId="276"/>
            <ac:spMk id="8" creationId="{00000000-0000-0000-0000-000000000000}"/>
          </ac:spMkLst>
        </pc:spChg>
        <pc:spChg chg="del">
          <ac:chgData name="동호 김" userId="7139bc9231f6643b" providerId="LiveId" clId="{86CB3240-798F-4938-8840-A4DE260C19AE}" dt="2026-02-18T16:27:22.551" v="921" actId="478"/>
          <ac:spMkLst>
            <pc:docMk/>
            <pc:sldMk cId="0" sldId="276"/>
            <ac:spMk id="9" creationId="{00000000-0000-0000-0000-000000000000}"/>
          </ac:spMkLst>
        </pc:spChg>
        <pc:spChg chg="del">
          <ac:chgData name="동호 김" userId="7139bc9231f6643b" providerId="LiveId" clId="{86CB3240-798F-4938-8840-A4DE260C19AE}" dt="2026-02-18T16:27:22.551" v="921" actId="478"/>
          <ac:spMkLst>
            <pc:docMk/>
            <pc:sldMk cId="0" sldId="276"/>
            <ac:spMk id="11" creationId="{00000000-0000-0000-0000-000000000000}"/>
          </ac:spMkLst>
        </pc:spChg>
        <pc:spChg chg="del">
          <ac:chgData name="동호 김" userId="7139bc9231f6643b" providerId="LiveId" clId="{86CB3240-798F-4938-8840-A4DE260C19AE}" dt="2026-02-18T16:27:22.551" v="921" actId="478"/>
          <ac:spMkLst>
            <pc:docMk/>
            <pc:sldMk cId="0" sldId="276"/>
            <ac:spMk id="12" creationId="{00000000-0000-0000-0000-000000000000}"/>
          </ac:spMkLst>
        </pc:spChg>
        <pc:spChg chg="del">
          <ac:chgData name="동호 김" userId="7139bc9231f6643b" providerId="LiveId" clId="{86CB3240-798F-4938-8840-A4DE260C19AE}" dt="2026-02-18T16:27:22.551" v="921" actId="478"/>
          <ac:spMkLst>
            <pc:docMk/>
            <pc:sldMk cId="0" sldId="276"/>
            <ac:spMk id="13" creationId="{00000000-0000-0000-0000-000000000000}"/>
          </ac:spMkLst>
        </pc:spChg>
        <pc:spChg chg="del">
          <ac:chgData name="동호 김" userId="7139bc9231f6643b" providerId="LiveId" clId="{86CB3240-798F-4938-8840-A4DE260C19AE}" dt="2026-02-18T16:27:22.551" v="921" actId="478"/>
          <ac:spMkLst>
            <pc:docMk/>
            <pc:sldMk cId="0" sldId="276"/>
            <ac:spMk id="14" creationId="{00000000-0000-0000-0000-000000000000}"/>
          </ac:spMkLst>
        </pc:spChg>
        <pc:spChg chg="del">
          <ac:chgData name="동호 김" userId="7139bc9231f6643b" providerId="LiveId" clId="{86CB3240-798F-4938-8840-A4DE260C19AE}" dt="2026-02-18T16:27:22.551" v="921" actId="478"/>
          <ac:spMkLst>
            <pc:docMk/>
            <pc:sldMk cId="0" sldId="276"/>
            <ac:spMk id="15" creationId="{00000000-0000-0000-0000-000000000000}"/>
          </ac:spMkLst>
        </pc:spChg>
        <pc:spChg chg="del">
          <ac:chgData name="동호 김" userId="7139bc9231f6643b" providerId="LiveId" clId="{86CB3240-798F-4938-8840-A4DE260C19AE}" dt="2026-02-18T16:27:22.551" v="921" actId="478"/>
          <ac:spMkLst>
            <pc:docMk/>
            <pc:sldMk cId="0" sldId="276"/>
            <ac:spMk id="16" creationId="{00000000-0000-0000-0000-000000000000}"/>
          </ac:spMkLst>
        </pc:spChg>
        <pc:spChg chg="del">
          <ac:chgData name="동호 김" userId="7139bc9231f6643b" providerId="LiveId" clId="{86CB3240-798F-4938-8840-A4DE260C19AE}" dt="2026-02-18T16:27:22.551" v="921" actId="478"/>
          <ac:spMkLst>
            <pc:docMk/>
            <pc:sldMk cId="0" sldId="276"/>
            <ac:spMk id="17" creationId="{00000000-0000-0000-0000-000000000000}"/>
          </ac:spMkLst>
        </pc:spChg>
        <pc:spChg chg="mod">
          <ac:chgData name="동호 김" userId="7139bc9231f6643b" providerId="LiveId" clId="{86CB3240-798F-4938-8840-A4DE260C19AE}" dt="2026-02-18T16:31:37.359" v="949" actId="20577"/>
          <ac:spMkLst>
            <pc:docMk/>
            <pc:sldMk cId="0" sldId="276"/>
            <ac:spMk id="24" creationId="{136F48CC-C205-5795-4336-CF5C7EEB2CB5}"/>
          </ac:spMkLst>
        </pc:spChg>
        <pc:spChg chg="mod">
          <ac:chgData name="동호 김" userId="7139bc9231f6643b" providerId="LiveId" clId="{86CB3240-798F-4938-8840-A4DE260C19AE}" dt="2026-02-18T16:34:53.374" v="1148"/>
          <ac:spMkLst>
            <pc:docMk/>
            <pc:sldMk cId="0" sldId="276"/>
            <ac:spMk id="25" creationId="{8A52CF59-BA96-7AE1-9727-6ABA7862F895}"/>
          </ac:spMkLst>
        </pc:spChg>
        <pc:spChg chg="mod">
          <ac:chgData name="동호 김" userId="7139bc9231f6643b" providerId="LiveId" clId="{86CB3240-798F-4938-8840-A4DE260C19AE}" dt="2026-02-18T16:36:05.654" v="1149" actId="6549"/>
          <ac:spMkLst>
            <pc:docMk/>
            <pc:sldMk cId="0" sldId="276"/>
            <ac:spMk id="29" creationId="{9B2D9FD0-1451-F538-70AE-3EA3ACF9D460}"/>
          </ac:spMkLst>
        </pc:spChg>
        <pc:graphicFrameChg chg="add mod modGraphic">
          <ac:chgData name="동호 김" userId="7139bc9231f6643b" providerId="LiveId" clId="{86CB3240-798F-4938-8840-A4DE260C19AE}" dt="2026-02-18T16:27:44.067" v="934" actId="1036"/>
          <ac:graphicFrameMkLst>
            <pc:docMk/>
            <pc:sldMk cId="0" sldId="276"/>
            <ac:graphicFrameMk id="6" creationId="{FD1B8273-EA62-B942-8A15-BB2957572DF7}"/>
          </ac:graphicFrameMkLst>
        </pc:graphicFrameChg>
        <pc:graphicFrameChg chg="del modGraphic">
          <ac:chgData name="동호 김" userId="7139bc9231f6643b" providerId="LiveId" clId="{86CB3240-798F-4938-8840-A4DE260C19AE}" dt="2026-02-18T16:26:20.024" v="907" actId="478"/>
          <ac:graphicFrameMkLst>
            <pc:docMk/>
            <pc:sldMk cId="0" sldId="276"/>
            <ac:graphicFrameMk id="22" creationId="{00000000-0000-0000-0000-000000000000}"/>
          </ac:graphicFrameMkLst>
        </pc:graphicFrameChg>
      </pc:sldChg>
      <pc:sldChg chg="modSp mod">
        <pc:chgData name="동호 김" userId="7139bc9231f6643b" providerId="LiveId" clId="{86CB3240-798F-4938-8840-A4DE260C19AE}" dt="2026-02-18T14:00:17.430" v="381" actId="207"/>
        <pc:sldMkLst>
          <pc:docMk/>
          <pc:sldMk cId="0" sldId="278"/>
        </pc:sldMkLst>
        <pc:spChg chg="mod">
          <ac:chgData name="동호 김" userId="7139bc9231f6643b" providerId="LiveId" clId="{86CB3240-798F-4938-8840-A4DE260C19AE}" dt="2026-02-18T14:00:17.430" v="381" actId="207"/>
          <ac:spMkLst>
            <pc:docMk/>
            <pc:sldMk cId="0" sldId="278"/>
            <ac:spMk id="19" creationId="{00000000-0000-0000-0000-000000000000}"/>
          </ac:spMkLst>
        </pc:spChg>
      </pc:sldChg>
      <pc:sldChg chg="modSp del mod">
        <pc:chgData name="동호 김" userId="7139bc9231f6643b" providerId="LiveId" clId="{86CB3240-798F-4938-8840-A4DE260C19AE}" dt="2026-02-18T14:01:51.618" v="405" actId="47"/>
        <pc:sldMkLst>
          <pc:docMk/>
          <pc:sldMk cId="0" sldId="279"/>
        </pc:sldMkLst>
        <pc:spChg chg="mod">
          <ac:chgData name="동호 김" userId="7139bc9231f6643b" providerId="LiveId" clId="{86CB3240-798F-4938-8840-A4DE260C19AE}" dt="2026-02-18T13:53:51.065" v="336" actId="6549"/>
          <ac:spMkLst>
            <pc:docMk/>
            <pc:sldMk cId="0" sldId="279"/>
            <ac:spMk id="7" creationId="{00000000-0000-0000-0000-000000000000}"/>
          </ac:spMkLst>
        </pc:spChg>
      </pc:sldChg>
      <pc:sldChg chg="addSp delSp modSp add mod setBg">
        <pc:chgData name="동호 김" userId="7139bc9231f6643b" providerId="LiveId" clId="{86CB3240-798F-4938-8840-A4DE260C19AE}" dt="2026-02-18T17:14:56.037" v="1673" actId="20577"/>
        <pc:sldMkLst>
          <pc:docMk/>
          <pc:sldMk cId="786386575" sldId="283"/>
        </pc:sldMkLst>
        <pc:spChg chg="del">
          <ac:chgData name="동호 김" userId="7139bc9231f6643b" providerId="LiveId" clId="{86CB3240-798F-4938-8840-A4DE260C19AE}" dt="2026-02-18T13:55:28.149" v="338" actId="478"/>
          <ac:spMkLst>
            <pc:docMk/>
            <pc:sldMk cId="786386575" sldId="283"/>
            <ac:spMk id="8" creationId="{6CC04DA4-C806-BC36-C232-81A84FA4F5BF}"/>
          </ac:spMkLst>
        </pc:spChg>
        <pc:spChg chg="add mod">
          <ac:chgData name="동호 김" userId="7139bc9231f6643b" providerId="LiveId" clId="{86CB3240-798F-4938-8840-A4DE260C19AE}" dt="2026-02-18T17:14:56.037" v="1673" actId="20577"/>
          <ac:spMkLst>
            <pc:docMk/>
            <pc:sldMk cId="786386575" sldId="283"/>
            <ac:spMk id="8" creationId="{C1A0E302-B6F1-4612-6EF7-572D5384B433}"/>
          </ac:spMkLst>
        </pc:spChg>
        <pc:spChg chg="del">
          <ac:chgData name="동호 김" userId="7139bc9231f6643b" providerId="LiveId" clId="{86CB3240-798F-4938-8840-A4DE260C19AE}" dt="2026-02-18T13:55:28.149" v="338" actId="478"/>
          <ac:spMkLst>
            <pc:docMk/>
            <pc:sldMk cId="786386575" sldId="283"/>
            <ac:spMk id="9" creationId="{0F28D666-EA1D-F9CE-FEAE-F4307E42511D}"/>
          </ac:spMkLst>
        </pc:spChg>
        <pc:spChg chg="del">
          <ac:chgData name="동호 김" userId="7139bc9231f6643b" providerId="LiveId" clId="{86CB3240-798F-4938-8840-A4DE260C19AE}" dt="2026-02-18T13:55:28.149" v="338" actId="478"/>
          <ac:spMkLst>
            <pc:docMk/>
            <pc:sldMk cId="786386575" sldId="283"/>
            <ac:spMk id="10" creationId="{2992A78B-66C1-10E9-D7E8-CAEF6542A903}"/>
          </ac:spMkLst>
        </pc:spChg>
        <pc:spChg chg="del">
          <ac:chgData name="동호 김" userId="7139bc9231f6643b" providerId="LiveId" clId="{86CB3240-798F-4938-8840-A4DE260C19AE}" dt="2026-02-18T13:55:28.149" v="338" actId="478"/>
          <ac:spMkLst>
            <pc:docMk/>
            <pc:sldMk cId="786386575" sldId="283"/>
            <ac:spMk id="11" creationId="{0C775E48-79B3-2527-637B-4D254CC24953}"/>
          </ac:spMkLst>
        </pc:spChg>
        <pc:spChg chg="del">
          <ac:chgData name="동호 김" userId="7139bc9231f6643b" providerId="LiveId" clId="{86CB3240-798F-4938-8840-A4DE260C19AE}" dt="2026-02-18T13:55:28.149" v="338" actId="478"/>
          <ac:spMkLst>
            <pc:docMk/>
            <pc:sldMk cId="786386575" sldId="283"/>
            <ac:spMk id="12" creationId="{620572C5-C890-A80F-2FE1-C48708CEAB02}"/>
          </ac:spMkLst>
        </pc:spChg>
        <pc:spChg chg="del">
          <ac:chgData name="동호 김" userId="7139bc9231f6643b" providerId="LiveId" clId="{86CB3240-798F-4938-8840-A4DE260C19AE}" dt="2026-02-18T13:55:28.149" v="338" actId="478"/>
          <ac:spMkLst>
            <pc:docMk/>
            <pc:sldMk cId="786386575" sldId="283"/>
            <ac:spMk id="13" creationId="{E8862578-C435-A1A4-2698-E7BDAD4B9CDF}"/>
          </ac:spMkLst>
        </pc:spChg>
        <pc:spChg chg="del">
          <ac:chgData name="동호 김" userId="7139bc9231f6643b" providerId="LiveId" clId="{86CB3240-798F-4938-8840-A4DE260C19AE}" dt="2026-02-18T13:55:28.149" v="338" actId="478"/>
          <ac:spMkLst>
            <pc:docMk/>
            <pc:sldMk cId="786386575" sldId="283"/>
            <ac:spMk id="14" creationId="{C38ACB0A-C96B-439E-701E-30C2E54F05CA}"/>
          </ac:spMkLst>
        </pc:spChg>
        <pc:spChg chg="del">
          <ac:chgData name="동호 김" userId="7139bc9231f6643b" providerId="LiveId" clId="{86CB3240-798F-4938-8840-A4DE260C19AE}" dt="2026-02-18T13:55:28.149" v="338" actId="478"/>
          <ac:spMkLst>
            <pc:docMk/>
            <pc:sldMk cId="786386575" sldId="283"/>
            <ac:spMk id="15" creationId="{7F304840-113B-C243-B9D7-71FE4BA12E2A}"/>
          </ac:spMkLst>
        </pc:spChg>
        <pc:spChg chg="mod">
          <ac:chgData name="동호 김" userId="7139bc9231f6643b" providerId="LiveId" clId="{86CB3240-798F-4938-8840-A4DE260C19AE}" dt="2026-02-18T13:56:25.896" v="349" actId="207"/>
          <ac:spMkLst>
            <pc:docMk/>
            <pc:sldMk cId="786386575" sldId="283"/>
            <ac:spMk id="21" creationId="{6E120284-DF9D-B097-E1E9-4A629E37AA18}"/>
          </ac:spMkLst>
        </pc:spChg>
        <pc:spChg chg="add mod">
          <ac:chgData name="동호 김" userId="7139bc9231f6643b" providerId="LiveId" clId="{86CB3240-798F-4938-8840-A4DE260C19AE}" dt="2026-02-18T13:59:57.212" v="380" actId="14100"/>
          <ac:spMkLst>
            <pc:docMk/>
            <pc:sldMk cId="786386575" sldId="283"/>
            <ac:spMk id="34" creationId="{2C814B3F-9D1C-22B3-F70D-81E742B10EB7}"/>
          </ac:spMkLst>
        </pc:spChg>
        <pc:spChg chg="add mod">
          <ac:chgData name="동호 김" userId="7139bc9231f6643b" providerId="LiveId" clId="{86CB3240-798F-4938-8840-A4DE260C19AE}" dt="2026-02-18T14:00:20.985" v="382" actId="207"/>
          <ac:spMkLst>
            <pc:docMk/>
            <pc:sldMk cId="786386575" sldId="283"/>
            <ac:spMk id="35" creationId="{E31FC118-7F8B-A374-21C1-EBFB26A48337}"/>
          </ac:spMkLst>
        </pc:spChg>
        <pc:spChg chg="add mod">
          <ac:chgData name="동호 김" userId="7139bc9231f6643b" providerId="LiveId" clId="{86CB3240-798F-4938-8840-A4DE260C19AE}" dt="2026-02-18T17:13:31.408" v="1523"/>
          <ac:spMkLst>
            <pc:docMk/>
            <pc:sldMk cId="786386575" sldId="283"/>
            <ac:spMk id="36" creationId="{90E051EF-BF7C-4002-6CA3-A623539BBCB4}"/>
          </ac:spMkLst>
        </pc:spChg>
        <pc:spChg chg="add mod">
          <ac:chgData name="동호 김" userId="7139bc9231f6643b" providerId="LiveId" clId="{86CB3240-798F-4938-8840-A4DE260C19AE}" dt="2026-02-18T17:11:42.543" v="1505" actId="20577"/>
          <ac:spMkLst>
            <pc:docMk/>
            <pc:sldMk cId="786386575" sldId="283"/>
            <ac:spMk id="37" creationId="{8A292107-1FEF-B041-5BE4-584DE48CCA01}"/>
          </ac:spMkLst>
        </pc:spChg>
        <pc:graphicFrameChg chg="add mod">
          <ac:chgData name="동호 김" userId="7139bc9231f6643b" providerId="LiveId" clId="{86CB3240-798F-4938-8840-A4DE260C19AE}" dt="2026-02-18T13:55:28.713" v="339"/>
          <ac:graphicFrameMkLst>
            <pc:docMk/>
            <pc:sldMk cId="786386575" sldId="283"/>
            <ac:graphicFrameMk id="32" creationId="{AD19FAAF-DB29-BB29-FB1F-EED4CC49AF7D}"/>
          </ac:graphicFrameMkLst>
        </pc:graphicFrameChg>
        <pc:graphicFrameChg chg="add mod modGraphic">
          <ac:chgData name="동호 김" userId="7139bc9231f6643b" providerId="LiveId" clId="{86CB3240-798F-4938-8840-A4DE260C19AE}" dt="2026-02-18T14:04:36.004" v="432" actId="113"/>
          <ac:graphicFrameMkLst>
            <pc:docMk/>
            <pc:sldMk cId="786386575" sldId="283"/>
            <ac:graphicFrameMk id="33" creationId="{91AC9C62-F4B0-C22B-4A80-A83A64D6F82D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수익률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DC2-447C-852D-BA7AB8807515}"/>
              </c:ext>
            </c:extLst>
          </c:dPt>
          <c:dPt>
            <c:idx val="1"/>
            <c:invertIfNegative val="0"/>
            <c:bubble3D val="0"/>
            <c:spPr>
              <a:solidFill>
                <a:srgbClr val="EF44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DC2-447C-852D-BA7AB8807515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2DC2-447C-852D-BA7AB8807515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2DC2-447C-852D-BA7AB8807515}"/>
              </c:ext>
            </c:extLst>
          </c:dPt>
          <c:dPt>
            <c:idx val="4"/>
            <c:invertIfNegative val="0"/>
            <c:bubble3D val="0"/>
            <c:spPr>
              <a:solidFill>
                <a:srgbClr val="EF44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2DC2-447C-852D-BA7AB8807515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2DC2-447C-852D-BA7AB8807515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2DC2-447C-852D-BA7AB8807515}"/>
              </c:ext>
            </c:extLst>
          </c:dPt>
          <c:dPt>
            <c:idx val="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F-2DC2-447C-852D-BA7AB8807515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1-2DC2-447C-852D-BA7AB8807515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3-2DC2-447C-852D-BA7AB8807515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5-2DC2-447C-852D-BA7AB8807515}"/>
              </c:ext>
            </c:extLst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75.2</c:v>
                </c:pt>
                <c:pt idx="1">
                  <c:v>-1.63</c:v>
                </c:pt>
                <c:pt idx="2">
                  <c:v>39.43</c:v>
                </c:pt>
                <c:pt idx="3">
                  <c:v>4.49</c:v>
                </c:pt>
                <c:pt idx="4">
                  <c:v>-4.4000000000000004</c:v>
                </c:pt>
                <c:pt idx="5">
                  <c:v>171.74</c:v>
                </c:pt>
                <c:pt idx="6">
                  <c:v>0.4</c:v>
                </c:pt>
                <c:pt idx="7">
                  <c:v>6.66</c:v>
                </c:pt>
                <c:pt idx="8">
                  <c:v>26.03</c:v>
                </c:pt>
                <c:pt idx="9">
                  <c:v>21.89</c:v>
                </c:pt>
                <c:pt idx="10">
                  <c:v>83.32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6-2DC2-447C-852D-BA7AB880751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4778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1453A-78F2-7198-7388-A21D17EE9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5EB4DF-93D1-0958-F07F-BBE5482E7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42C858-6065-FF35-56D0-3035410936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F0537D-62A4-C94F-4F74-086DB6D318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69405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1A305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583680" y="0"/>
            <a:ext cx="45720" cy="51435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766560" y="1645920"/>
            <a:ext cx="201168" cy="1828800"/>
          </a:xfrm>
          <a:prstGeom prst="rect">
            <a:avLst/>
          </a:prstGeom>
          <a:solidFill>
            <a:srgbClr val="2563EB">
              <a:alpha val="2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114032" y="1645920"/>
            <a:ext cx="201168" cy="1828800"/>
          </a:xfrm>
          <a:prstGeom prst="rect">
            <a:avLst/>
          </a:prstGeom>
          <a:solidFill>
            <a:srgbClr val="2563EB">
              <a:alpha val="37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461504" y="1645920"/>
            <a:ext cx="201168" cy="1828800"/>
          </a:xfrm>
          <a:prstGeom prst="rect">
            <a:avLst/>
          </a:prstGeom>
          <a:solidFill>
            <a:srgbClr val="2563EB">
              <a:alpha val="49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7808976" y="1645920"/>
            <a:ext cx="201168" cy="1828800"/>
          </a:xfrm>
          <a:prstGeom prst="rect">
            <a:avLst/>
          </a:prstGeom>
          <a:solidFill>
            <a:srgbClr val="2563EB">
              <a:alpha val="61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8156448" y="1645920"/>
            <a:ext cx="201168" cy="1828800"/>
          </a:xfrm>
          <a:prstGeom prst="rect">
            <a:avLst/>
          </a:prstGeom>
          <a:solidFill>
            <a:srgbClr val="2563EB">
              <a:alpha val="7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411480"/>
            <a:ext cx="1280160" cy="292608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57200" y="41148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REPORT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57200" y="8229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알파카  |  1조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1234440"/>
            <a:ext cx="5943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알파 탐색을 위한</a:t>
            </a:r>
            <a:endParaRPr lang="en-US" sz="3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투자 인디케이터 개발</a:t>
            </a:r>
            <a:endParaRPr lang="en-US" sz="380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2286000" cy="45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57200" y="3200400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쿨다운 모멘텀 기반 Top-N 리밸런싱 전략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361188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코스피 유니버스 기반 퀀트 전략 설계 및 백테스트 결과 보고서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57200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2026.2.19  </a:t>
            </a: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팀 알파카  ·  퀀트 전략 프로젝트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  차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2743200" cy="1508760"/>
          </a:xfrm>
          <a:prstGeom prst="rect">
            <a:avLst/>
          </a:prstGeom>
          <a:solidFill>
            <a:srgbClr val="1A305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320040" y="960120"/>
            <a:ext cx="54864" cy="15087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57200" y="1069848"/>
            <a:ext cx="347472" cy="347472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457200" y="1051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" y="10515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1490472"/>
            <a:ext cx="25603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문제의식 · 목표 · 팀 구성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0" y="960120"/>
            <a:ext cx="2743200" cy="1508760"/>
          </a:xfrm>
          <a:prstGeom prst="rect">
            <a:avLst/>
          </a:prstGeom>
          <a:solidFill>
            <a:srgbClr val="1A305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3200400" y="960120"/>
            <a:ext cx="54864" cy="15087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337560" y="1069848"/>
            <a:ext cx="347472" cy="347472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337560" y="1051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767328" y="10515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백테스트 설계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37560" y="1490472"/>
            <a:ext cx="25603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 원칙 · 구조 · 데이터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80760" y="960120"/>
            <a:ext cx="2743200" cy="1508760"/>
          </a:xfrm>
          <a:prstGeom prst="rect">
            <a:avLst/>
          </a:prstGeom>
          <a:solidFill>
            <a:srgbClr val="1A305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54864" cy="15087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6217920" y="1069848"/>
            <a:ext cx="347472" cy="347472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217920" y="1051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647688" y="10515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전략 설계 여정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17920" y="1490472"/>
            <a:ext cx="25603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7단계 파라미터 탐색 실험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45820" y="2633472"/>
            <a:ext cx="3657600" cy="1508760"/>
          </a:xfrm>
          <a:prstGeom prst="rect">
            <a:avLst/>
          </a:prstGeom>
          <a:solidFill>
            <a:srgbClr val="1A305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845820" y="2633472"/>
            <a:ext cx="54864" cy="15087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982980" y="2743200"/>
            <a:ext cx="347472" cy="347472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982980" y="27249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412748" y="2724912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성과 분석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82980" y="3163824"/>
            <a:ext cx="34747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Curve · 연도별 · 월별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40580" y="2633472"/>
            <a:ext cx="3657600" cy="1508760"/>
          </a:xfrm>
          <a:prstGeom prst="rect">
            <a:avLst/>
          </a:prstGeom>
          <a:solidFill>
            <a:srgbClr val="1A305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4640580" y="2633472"/>
            <a:ext cx="54864" cy="15087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4777740" y="2743200"/>
            <a:ext cx="347472" cy="347472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4777740" y="27249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207508" y="2724912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결론 및 한계점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777740" y="3163824"/>
            <a:ext cx="34747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시사점 · 한계 · 향후 과제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알파카  |  쿨다운 모멘텀 기반 Top-N 리밸런싱 전략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F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" cy="51435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48640" y="0"/>
            <a:ext cx="4114800" cy="5143500"/>
          </a:xfrm>
          <a:prstGeom prst="rect">
            <a:avLst/>
          </a:prstGeom>
          <a:solidFill>
            <a:srgbClr val="1A305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315200" y="274320"/>
            <a:ext cx="1371600" cy="1371600"/>
          </a:xfrm>
          <a:prstGeom prst="rect">
            <a:avLst/>
          </a:prstGeom>
          <a:solidFill>
            <a:srgbClr val="2563EB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863840" y="822960"/>
            <a:ext cx="914400" cy="914400"/>
          </a:xfrm>
          <a:prstGeom prst="rect">
            <a:avLst/>
          </a:prstGeom>
          <a:solidFill>
            <a:srgbClr val="2563EB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9144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822960" y="2834640"/>
            <a:ext cx="1645920" cy="45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22960" y="29718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모멘텀 전략의 구조적 한계를 극복하기 위한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쿨다운 기반 알파 탐색 전략의 배경과 목표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배경과 문제의식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모멘텀 전략</a:t>
            </a:r>
            <a:r>
              <a:rPr lang="ko-KR" altLang="en-US" sz="110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을 이용해서 알파를 찾아보자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265176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265176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371600" y="1124712"/>
            <a:ext cx="731520" cy="7315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371600" y="112471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⚠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19842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모멘텀 전략의 구조적 한계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097280" y="2441448"/>
            <a:ext cx="1280160" cy="3657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548640" y="2560320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모멘텀 전략은 학술적으로 검증된 </a:t>
            </a:r>
            <a:r>
              <a:rPr 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팩터이나 실</a:t>
            </a:r>
            <a:r>
              <a:rPr lang="ko-KR" alt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 </a:t>
            </a:r>
            <a:r>
              <a:rPr 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운용에서 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가지 구조적 문제가 있다.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과도한 매매: 단기 가격 변동에 </a:t>
            </a:r>
            <a:r>
              <a:rPr 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과잉 반응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하여 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불필요한 </a:t>
            </a:r>
            <a:r>
              <a:rPr 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거래비용 발생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신호 노이즈: 추세와 </a:t>
            </a:r>
            <a:r>
              <a:rPr 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무관한 일시적</a:t>
            </a:r>
            <a:r>
              <a:rPr lang="ko-KR" alt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</a:t>
            </a:r>
            <a:endParaRPr lang="en-US" altLang="ko-KR" sz="950">
              <a:solidFill>
                <a:srgbClr val="47556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움직임에도 포트폴리오가 반응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46120" y="960120"/>
            <a:ext cx="265176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3246120" y="960120"/>
            <a:ext cx="265176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206240" y="1124712"/>
            <a:ext cx="731520" cy="7315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206240" y="112471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💡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383280" y="19842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아이디어: 운용 구조 개선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931920" y="2441448"/>
            <a:ext cx="1280160" cy="3657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3383280" y="2560320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모멘텀 신호 자체는 유지하되 운용 </a:t>
            </a:r>
            <a:r>
              <a:rPr 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구조를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개선하는 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방향으로 접근한다.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혼합 모멘텀(6-1 + 12-1) 신호에 쿨다운(최소 보유기간) 제약을 결합하여 과도한 반응을 구조적으로 억제한다.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080760" y="960120"/>
            <a:ext cx="265176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6080760" y="960120"/>
            <a:ext cx="265176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7040880" y="1124712"/>
            <a:ext cx="731520" cy="7315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7040880" y="112471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🔍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217920" y="19842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 질문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766560" y="2441448"/>
            <a:ext cx="1280160" cy="3657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6217920" y="2560320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Q1. 쿨다운 제약은 성과, 리스크, 회전율에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어떤 </a:t>
            </a:r>
            <a:r>
              <a:rPr lang="ko-KR" alt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구조적 </a:t>
            </a:r>
            <a:r>
              <a:rPr 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영향을 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미치는가?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Q2. 단순한 </a:t>
            </a:r>
            <a:r>
              <a:rPr lang="ko-KR" alt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운용 </a:t>
            </a:r>
            <a:r>
              <a:rPr 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 개선만으로도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의미 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있는 알파를 탐색할 수 있는가?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알파카  |  쿨다운 모멘텀 기반 Top-N 리밸런싱 전략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목표 </a:t>
            </a:r>
            <a:r>
              <a:rPr lang="ko-KR" altLang="en-US" sz="2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및 실험 환경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3가지 핵심 검증 목표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998168"/>
            <a:ext cx="813816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57200" y="998168"/>
            <a:ext cx="64008" cy="9601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21792" y="1222196"/>
            <a:ext cx="512064" cy="512064"/>
          </a:xfrm>
          <a:prstGeom prst="ellipse">
            <a:avLst/>
          </a:prstGeom>
          <a:solidFill>
            <a:srgbClr val="1A305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621792" y="12221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61872" y="108960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알파 탐색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61872" y="141879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코스피 유니버스에서 모멘텀 기반 구조적 알파를 탐색하고 재현 가능한 신호를 확인한다.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113736"/>
            <a:ext cx="813816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57200" y="2113736"/>
            <a:ext cx="64008" cy="9601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21792" y="2337764"/>
            <a:ext cx="512064" cy="512064"/>
          </a:xfrm>
          <a:prstGeom prst="ellipse">
            <a:avLst/>
          </a:prstGeom>
          <a:solidFill>
            <a:srgbClr val="1A305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21792" y="23377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61872" y="2205176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백테스트 엔진 구현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61872" y="25343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룩어헤드 편향을 제거한 엄격한 백테스트 엔진을 직접 구현하여 신뢰할 수 있는 실험 환경을 구축한다.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229304"/>
            <a:ext cx="813816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57200" y="3229304"/>
            <a:ext cx="64008" cy="9601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621792" y="3453332"/>
            <a:ext cx="512064" cy="512064"/>
          </a:xfrm>
          <a:prstGeom prst="ellipse">
            <a:avLst/>
          </a:prstGeom>
          <a:solidFill>
            <a:srgbClr val="1A305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21792" y="34533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61872" y="3320744"/>
            <a:ext cx="2748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운용 구조 개선의 실증적 검증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61872" y="3649928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쿨다운</a:t>
            </a:r>
            <a:r>
              <a:rPr lang="en-US" altLang="ko-KR" sz="10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ko-KR" altLang="en-US" sz="10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최소 보유기간</a:t>
            </a:r>
            <a:r>
              <a:rPr lang="en-US" altLang="ko-KR" sz="10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</a:t>
            </a:r>
            <a:r>
              <a:rPr lang="ko-KR" altLang="en-US" sz="10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제약을 적용한 모멘텀 전략의성과</a:t>
            </a:r>
            <a:r>
              <a:rPr lang="en-US" altLang="ko-KR" sz="10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r>
              <a:rPr lang="ko-KR" altLang="en-US" sz="10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리스크</a:t>
            </a:r>
            <a:r>
              <a:rPr lang="en-US" altLang="ko-KR" sz="10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r>
              <a:rPr lang="ko-KR" altLang="en-US" sz="10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회전율 변화를 단계별 실험을 통해 실증적으로 검증한다</a:t>
            </a:r>
            <a:r>
              <a:rPr lang="en-US" altLang="ko-KR" sz="10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94360" y="4306824"/>
            <a:ext cx="1920240" cy="630936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85800" y="43068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 기간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85800" y="45445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2013.12 ~ 2025.12 (12년)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606040" y="4306824"/>
            <a:ext cx="1920240" cy="630936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2697480" y="43068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유니버스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697480" y="45445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코스피 </a:t>
            </a:r>
            <a:r>
              <a:rPr lang="en-US" sz="1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시가총액 </a:t>
            </a:r>
            <a:r>
              <a:rPr lang="ko-KR" altLang="en-US" sz="1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상위 종목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17720" y="4306824"/>
            <a:ext cx="1920240" cy="630936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4709160" y="43068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소스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709160" y="4544568"/>
            <a:ext cx="17373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KRX 공식 (</a:t>
            </a:r>
            <a:r>
              <a:rPr lang="en-US" sz="1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pykrx)</a:t>
            </a:r>
          </a:p>
          <a:p>
            <a:pPr marL="0" indent="0">
              <a:buNone/>
            </a:pPr>
            <a:r>
              <a:rPr lang="en-US" sz="800" b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2013.12</a:t>
            </a:r>
            <a:r>
              <a:rPr lang="ko-KR" altLang="en-US" sz="800" b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월부터 수정 주가 제공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629400" y="4306824"/>
            <a:ext cx="1920240" cy="630936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6720840" y="43068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거래비용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720840" y="45445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편도 0.15% + 슬리피지 0.05%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알파카  |  쿨다운 모멘텀 기반 Top-N 리밸런싱 전략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구성 및 역할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6인 전문 분야별 분업 구조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50612"/>
            <a:ext cx="2606040" cy="167792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57200" y="1050612"/>
            <a:ext cx="2606040" cy="64008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476954" y="1233492"/>
            <a:ext cx="575449" cy="575449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4583" y="1295727"/>
            <a:ext cx="444666" cy="44466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1853374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고현주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48640" y="2134928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b="1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기술적 분석 및 </a:t>
            </a:r>
            <a:r>
              <a:rPr lang="en-US" sz="9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전략 설계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48640" y="2455541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모멘텀 </a:t>
            </a:r>
            <a:r>
              <a:rPr lang="ko-KR" altLang="en-US" sz="8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및 쿨다운 전략 </a:t>
            </a:r>
            <a:r>
              <a:rPr lang="en-US" sz="8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246120" y="1050612"/>
            <a:ext cx="2606040" cy="167792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3246120" y="1050612"/>
            <a:ext cx="2606040" cy="64008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4265874" y="1233492"/>
            <a:ext cx="575449" cy="575449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3503" y="1295727"/>
            <a:ext cx="444666" cy="44466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337560" y="1853374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최재혁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3337560" y="2134928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b="1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기술적 분석및 </a:t>
            </a:r>
            <a:r>
              <a:rPr lang="en-US" sz="9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전략 설계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3337560" y="2455541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파라미터 탐색, 전략 구조 구현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6035040" y="1050612"/>
            <a:ext cx="2606040" cy="167792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6035040" y="1050612"/>
            <a:ext cx="2606040" cy="64008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8"/>
          <p:cNvSpPr/>
          <p:nvPr/>
        </p:nvSpPr>
        <p:spPr>
          <a:xfrm>
            <a:off x="7054794" y="1233492"/>
            <a:ext cx="575449" cy="575449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423" y="1295727"/>
            <a:ext cx="444666" cy="44466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126480" y="1853374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박준호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6126480" y="2134928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매크로 분석</a:t>
            </a:r>
            <a:endParaRPr lang="en-US" sz="950" dirty="0"/>
          </a:p>
        </p:txBody>
      </p:sp>
      <p:sp>
        <p:nvSpPr>
          <p:cNvPr id="26" name="Text 21"/>
          <p:cNvSpPr/>
          <p:nvPr/>
        </p:nvSpPr>
        <p:spPr>
          <a:xfrm>
            <a:off x="6126480" y="2455541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레짐 판단, 거시 환경 분석</a:t>
            </a:r>
            <a:endParaRPr lang="en-US" sz="850" dirty="0"/>
          </a:p>
        </p:txBody>
      </p:sp>
      <p:sp>
        <p:nvSpPr>
          <p:cNvPr id="27" name="Shape 22"/>
          <p:cNvSpPr/>
          <p:nvPr/>
        </p:nvSpPr>
        <p:spPr>
          <a:xfrm>
            <a:off x="457200" y="3024945"/>
            <a:ext cx="2606040" cy="167792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3"/>
          <p:cNvSpPr/>
          <p:nvPr/>
        </p:nvSpPr>
        <p:spPr>
          <a:xfrm>
            <a:off x="457200" y="3024945"/>
            <a:ext cx="2606040" cy="64008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4"/>
          <p:cNvSpPr/>
          <p:nvPr/>
        </p:nvSpPr>
        <p:spPr>
          <a:xfrm>
            <a:off x="1476954" y="3207825"/>
            <a:ext cx="575449" cy="575449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4583" y="3270060"/>
            <a:ext cx="444666" cy="444666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48640" y="3827707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김재무</a:t>
            </a:r>
            <a:endParaRPr lang="en-US" sz="1400" dirty="0"/>
          </a:p>
        </p:txBody>
      </p:sp>
      <p:sp>
        <p:nvSpPr>
          <p:cNvPr id="32" name="Text 26"/>
          <p:cNvSpPr/>
          <p:nvPr/>
        </p:nvSpPr>
        <p:spPr>
          <a:xfrm>
            <a:off x="548640" y="4109261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기본적 분석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548640" y="442987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유니버스 구성, 종목 스크리닝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3246120" y="3024945"/>
            <a:ext cx="2606040" cy="167792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9"/>
          <p:cNvSpPr/>
          <p:nvPr/>
        </p:nvSpPr>
        <p:spPr>
          <a:xfrm>
            <a:off x="3246120" y="3024945"/>
            <a:ext cx="2606040" cy="6400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0"/>
          <p:cNvSpPr/>
          <p:nvPr/>
        </p:nvSpPr>
        <p:spPr>
          <a:xfrm>
            <a:off x="4265874" y="3207825"/>
            <a:ext cx="575449" cy="575449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33503" y="3270060"/>
            <a:ext cx="444666" cy="444666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3337560" y="3827707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홍지훈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3337560" y="4109261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b="1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백테스트 및 성과 </a:t>
            </a: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</a:t>
            </a:r>
            <a:endParaRPr lang="en-US" sz="950" dirty="0"/>
          </a:p>
        </p:txBody>
      </p:sp>
      <p:sp>
        <p:nvSpPr>
          <p:cNvPr id="40" name="Text 33"/>
          <p:cNvSpPr/>
          <p:nvPr/>
        </p:nvSpPr>
        <p:spPr>
          <a:xfrm>
            <a:off x="3337560" y="442987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엔진 구현, 성과 지표 산출</a:t>
            </a:r>
            <a:endParaRPr lang="en-US" sz="850" dirty="0"/>
          </a:p>
        </p:txBody>
      </p:sp>
      <p:sp>
        <p:nvSpPr>
          <p:cNvPr id="41" name="Shape 34"/>
          <p:cNvSpPr/>
          <p:nvPr/>
        </p:nvSpPr>
        <p:spPr>
          <a:xfrm>
            <a:off x="6035040" y="3024945"/>
            <a:ext cx="2606040" cy="167792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5"/>
          <p:cNvSpPr/>
          <p:nvPr/>
        </p:nvSpPr>
        <p:spPr>
          <a:xfrm>
            <a:off x="6035040" y="3024945"/>
            <a:ext cx="2606040" cy="6400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6"/>
          <p:cNvSpPr/>
          <p:nvPr/>
        </p:nvSpPr>
        <p:spPr>
          <a:xfrm>
            <a:off x="7054794" y="3207825"/>
            <a:ext cx="575449" cy="575449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22423" y="3270060"/>
            <a:ext cx="444666" cy="444666"/>
          </a:xfrm>
          <a:prstGeom prst="rect">
            <a:avLst/>
          </a:prstGeom>
        </p:spPr>
      </p:pic>
      <p:sp>
        <p:nvSpPr>
          <p:cNvPr id="45" name="Text 37"/>
          <p:cNvSpPr/>
          <p:nvPr/>
        </p:nvSpPr>
        <p:spPr>
          <a:xfrm>
            <a:off x="6126480" y="3827707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김동호</a:t>
            </a:r>
            <a:endParaRPr lang="en-US" sz="1400" dirty="0"/>
          </a:p>
        </p:txBody>
      </p:sp>
      <p:sp>
        <p:nvSpPr>
          <p:cNvPr id="46" name="Text 38"/>
          <p:cNvSpPr/>
          <p:nvPr/>
        </p:nvSpPr>
        <p:spPr>
          <a:xfrm>
            <a:off x="6126480" y="4109261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b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보고서 작성 및 </a:t>
            </a: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</a:t>
            </a:r>
            <a:endParaRPr lang="en-US" sz="950" dirty="0"/>
          </a:p>
        </p:txBody>
      </p:sp>
      <p:sp>
        <p:nvSpPr>
          <p:cNvPr id="47" name="Text 39"/>
          <p:cNvSpPr/>
          <p:nvPr/>
        </p:nvSpPr>
        <p:spPr>
          <a:xfrm>
            <a:off x="6126480" y="442987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문서화, 시각화, 발표 진행</a:t>
            </a:r>
            <a:endParaRPr lang="en-US" sz="850" dirty="0"/>
          </a:p>
        </p:txBody>
      </p:sp>
      <p:sp>
        <p:nvSpPr>
          <p:cNvPr id="48" name="Shape 40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1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알파카  |  쿨다운 모멘텀 기반 Top-N 리밸런싱 전략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F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" cy="51435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48640" y="0"/>
            <a:ext cx="4114800" cy="5143500"/>
          </a:xfrm>
          <a:prstGeom prst="rect">
            <a:avLst/>
          </a:prstGeom>
          <a:solidFill>
            <a:srgbClr val="1A305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315200" y="274320"/>
            <a:ext cx="1371600" cy="1371600"/>
          </a:xfrm>
          <a:prstGeom prst="rect">
            <a:avLst/>
          </a:prstGeom>
          <a:solidFill>
            <a:srgbClr val="2563EB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863840" y="822960"/>
            <a:ext cx="914400" cy="914400"/>
          </a:xfrm>
          <a:prstGeom prst="rect">
            <a:avLst/>
          </a:prstGeom>
          <a:solidFill>
            <a:srgbClr val="2563EB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9144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백테스트 설계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822960" y="2834640"/>
            <a:ext cx="1645920" cy="45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22960" y="29718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룩어헤드 편향 제거와 실거래 가능성 중심의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엄격한 백테스트 구조 설계 원칙 및 방법론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백테스트 설계 원칙 및 구조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신뢰할 수 있는 실험을 위한 4가지 원칙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914400"/>
            <a:ext cx="192024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29768" y="914400"/>
            <a:ext cx="192024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1069848" y="10789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🔒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21208" y="181051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룩어헤드 편향 제거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32688" y="2231136"/>
            <a:ext cx="914400" cy="3657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21208" y="2340864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신호: 전월 말 기준 생성</a:t>
            </a:r>
            <a:endParaRPr lang="en-US" sz="9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체결: 익월 첫 거래일 종가 실행</a:t>
            </a:r>
            <a:endParaRPr lang="en-US" sz="9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현실에서 미래 정보 </a:t>
            </a:r>
            <a:r>
              <a:rPr lang="en-US" sz="9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 불가</a:t>
            </a:r>
          </a:p>
          <a:p>
            <a:pPr marL="0" indent="0">
              <a:lnSpc>
                <a:spcPct val="140000"/>
              </a:lnSpc>
              <a:buNone/>
            </a:pPr>
            <a:r>
              <a:rPr lang="en-US" sz="9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조건 </a:t>
            </a: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551176" y="914400"/>
            <a:ext cx="192024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551176" y="914400"/>
            <a:ext cx="192024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191256" y="10789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💰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2642616" y="181051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실거래 비용 반영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054096" y="2231136"/>
            <a:ext cx="914400" cy="3657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2642616" y="2340864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편도 거래비용: 0.15%</a:t>
            </a:r>
            <a:endParaRPr lang="en-US" sz="9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슬리피지: 0.05%</a:t>
            </a:r>
            <a:endParaRPr lang="en-US" sz="9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이상적 백테스트의 함정 회피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72584" y="914400"/>
            <a:ext cx="192024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672584" y="914400"/>
            <a:ext cx="192024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312664" y="10789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📏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4764024" y="181051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일관된 규칙 적용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175504" y="2231136"/>
            <a:ext cx="914400" cy="3657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4764024" y="2340864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단일 규칙의 기계적 적용</a:t>
            </a:r>
            <a:endParaRPr lang="en-US" sz="9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실험 간 설정 외 조건 고정</a:t>
            </a:r>
            <a:endParaRPr lang="en-US" sz="9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과최적화 방지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793992" y="914400"/>
            <a:ext cx="192024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793992" y="914400"/>
            <a:ext cx="192024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7434072" y="10789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📊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6885432" y="181051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ko-KR" altLang="en-US" sz="105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복수</a:t>
            </a:r>
            <a:r>
              <a:rPr lang="en-US" sz="105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성과 지표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296912" y="2231136"/>
            <a:ext cx="914400" cy="3657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885432" y="2340864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CAGR: 연평균 복리 수익률</a:t>
            </a:r>
            <a:endParaRPr lang="en-US" sz="9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MDD: 최대 낙폭 (리스크)</a:t>
            </a:r>
            <a:endParaRPr lang="en-US" sz="9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/ Calmar: 위험조정 수익률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3520440"/>
            <a:ext cx="8138160" cy="310896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484632" y="3493008"/>
            <a:ext cx="8138160" cy="310896"/>
          </a:xfrm>
          <a:prstGeom prst="rect">
            <a:avLst/>
          </a:prstGeom>
          <a:noFill/>
          <a:ln/>
        </p:spPr>
        <p:txBody>
          <a:bodyPr wrap="square" lIns="0" tIns="127000" rIns="0" bIns="0" rtlCol="0" anchor="t"/>
          <a:lstStyle/>
          <a:p>
            <a:pPr marL="0" indent="0">
              <a:buNone/>
            </a:pPr>
            <a:r>
              <a:rPr lang="en-US" sz="1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백테스트 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 스펙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31336"/>
          <a:ext cx="8138160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26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분석 기간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2013.12 ~ 2025.12 (총 12년)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신호 생성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전월 말 기준 모멘텀 신호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체결 시점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익월 첫 거래일 종가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성과 산출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일별 수익률 기반 CAGR · MDD · Sharpe · Calmar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3" name="Shape 30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1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알파카  |  쿨다운 모멘텀 기반 Top-N 리밸런싱 전략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F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" cy="51435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48640" y="0"/>
            <a:ext cx="4114800" cy="5143500"/>
          </a:xfrm>
          <a:prstGeom prst="rect">
            <a:avLst/>
          </a:prstGeom>
          <a:solidFill>
            <a:srgbClr val="1A305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9144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전략 </a:t>
            </a:r>
            <a:r>
              <a:rPr lang="en-US" sz="2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 </a:t>
            </a:r>
            <a:r>
              <a:rPr lang="ko-KR" altLang="en-US" sz="2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여정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822960" y="2834640"/>
            <a:ext cx="1645920" cy="45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22960" y="2971799"/>
            <a:ext cx="3474720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알파를 찾아서 떠나는 여정</a:t>
            </a:r>
            <a:endParaRPr lang="en-US" altLang="ko-KR" sz="1200">
              <a:solidFill>
                <a:srgbClr val="94A3B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200">
              <a:solidFill>
                <a:srgbClr val="94A3B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유니버스 </a:t>
            </a: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선택부터 레짐 관리까지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7단계 파라미터 탐색 및 </a:t>
            </a:r>
            <a:r>
              <a:rPr lang="en-US" sz="120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비교 실험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937760" y="502920"/>
            <a:ext cx="3840480" cy="512064"/>
          </a:xfrm>
          <a:prstGeom prst="rect">
            <a:avLst/>
          </a:prstGeom>
          <a:solidFill>
            <a:srgbClr val="1A305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937760" y="502920"/>
            <a:ext cx="54864" cy="5120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5084064" y="502920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유니버스 선택 (Top 100 vs 200)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937760" y="1152144"/>
            <a:ext cx="3840480" cy="512064"/>
          </a:xfrm>
          <a:prstGeom prst="rect">
            <a:avLst/>
          </a:prstGeom>
          <a:solidFill>
            <a:srgbClr val="1A305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937760" y="1152144"/>
            <a:ext cx="54864" cy="5120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084064" y="1152144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</a:t>
            </a:r>
            <a:r>
              <a:rPr lang="en-US" sz="10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모멘텀 가중치 (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6-1 vs 12-1 혼합)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37760" y="1801368"/>
            <a:ext cx="3840480" cy="512064"/>
          </a:xfrm>
          <a:prstGeom prst="rect">
            <a:avLst/>
          </a:prstGeom>
          <a:solidFill>
            <a:srgbClr val="1A305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937760" y="1801368"/>
            <a:ext cx="54864" cy="5120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084064" y="1801368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리밸런싱 주기 (주별 vs 월별)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937760" y="2450592"/>
            <a:ext cx="3840480" cy="512064"/>
          </a:xfrm>
          <a:prstGeom prst="rect">
            <a:avLst/>
          </a:prstGeom>
          <a:solidFill>
            <a:srgbClr val="1A305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4937760" y="2450592"/>
            <a:ext cx="54864" cy="5120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5084064" y="2450592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</a:t>
            </a:r>
            <a:r>
              <a:rPr lang="ko-KR" altLang="en-US" sz="10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쿨다운</a:t>
            </a:r>
            <a:r>
              <a:rPr lang="en-US" altLang="ko-KR" sz="10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0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최소 보유기간)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937760" y="3099816"/>
            <a:ext cx="3840480" cy="512064"/>
          </a:xfrm>
          <a:prstGeom prst="rect">
            <a:avLst/>
          </a:prstGeom>
          <a:solidFill>
            <a:srgbClr val="1A305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5084064" y="3099816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재진입 금지기간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937760" y="3749040"/>
            <a:ext cx="3840480" cy="512064"/>
          </a:xfrm>
          <a:prstGeom prst="rect">
            <a:avLst/>
          </a:prstGeom>
          <a:solidFill>
            <a:srgbClr val="1A305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5084064" y="3749040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보유 종목 수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937760" y="4398264"/>
            <a:ext cx="3840480" cy="512064"/>
          </a:xfrm>
          <a:prstGeom prst="rect">
            <a:avLst/>
          </a:prstGeom>
          <a:solidFill>
            <a:srgbClr val="1A305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5084064" y="4398264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스트레스 레짐 노출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4" name="Shape 18">
            <a:extLst>
              <a:ext uri="{FF2B5EF4-FFF2-40B4-BE49-F238E27FC236}">
                <a16:creationId xmlns:a16="http://schemas.microsoft.com/office/drawing/2014/main" id="{BE5BA9C1-1E79-3B9A-B50D-E00A113C6ECE}"/>
              </a:ext>
            </a:extLst>
          </p:cNvPr>
          <p:cNvSpPr/>
          <p:nvPr/>
        </p:nvSpPr>
        <p:spPr>
          <a:xfrm>
            <a:off x="4937760" y="3099816"/>
            <a:ext cx="54864" cy="5120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18">
            <a:extLst>
              <a:ext uri="{FF2B5EF4-FFF2-40B4-BE49-F238E27FC236}">
                <a16:creationId xmlns:a16="http://schemas.microsoft.com/office/drawing/2014/main" id="{AFBB2023-7193-FC48-1CAF-C955178BB861}"/>
              </a:ext>
            </a:extLst>
          </p:cNvPr>
          <p:cNvSpPr/>
          <p:nvPr/>
        </p:nvSpPr>
        <p:spPr>
          <a:xfrm>
            <a:off x="4940427" y="3749040"/>
            <a:ext cx="54864" cy="5120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18">
            <a:extLst>
              <a:ext uri="{FF2B5EF4-FFF2-40B4-BE49-F238E27FC236}">
                <a16:creationId xmlns:a16="http://schemas.microsoft.com/office/drawing/2014/main" id="{5E326573-4A99-2564-89D3-E7429522C010}"/>
              </a:ext>
            </a:extLst>
          </p:cNvPr>
          <p:cNvSpPr/>
          <p:nvPr/>
        </p:nvSpPr>
        <p:spPr>
          <a:xfrm>
            <a:off x="4937760" y="4398264"/>
            <a:ext cx="54864" cy="5120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실험 ① 유니버스 선택: Top 100 vs Top 200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r>
              <a:rPr lang="ko-KR" altLang="en-US" sz="110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년 </a:t>
            </a:r>
            <a:r>
              <a:rPr lang="en-US" altLang="ko-KR" sz="110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ko-KR" altLang="en-US" sz="110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월초 기준의 코스피 시가총액 상위</a:t>
            </a:r>
            <a:r>
              <a:rPr lang="en-US" altLang="ko-KR" sz="110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10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종목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8138160" cy="347472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859536"/>
            <a:ext cx="8138160" cy="347472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실험 설정  |  모멘텀</a:t>
            </a:r>
            <a:r>
              <a:rPr 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12-1  /  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보유종목: 10</a:t>
            </a:r>
            <a:r>
              <a:rPr 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  /  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쿨다운</a:t>
            </a:r>
            <a:r>
              <a:rPr 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없음  /  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레짐: </a:t>
            </a:r>
            <a:r>
              <a:rPr 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없음  /  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수수료: 0.15</a:t>
            </a:r>
            <a:r>
              <a:rPr 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 /  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슬리피지: 0.05%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138160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유니버스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CAGR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Calmar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연간 회전율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-48.88%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200 ★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24.93%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-48.73%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2395728"/>
            <a:ext cx="8138160" cy="292608"/>
          </a:xfrm>
          <a:prstGeom prst="rect">
            <a:avLst/>
          </a:prstGeom>
          <a:solidFill>
            <a:srgbClr val="1A305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512064" y="2350008"/>
            <a:ext cx="8138160" cy="292608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관찰</a:t>
            </a:r>
            <a:endParaRPr lang="en-US" sz="1000" dirty="0"/>
          </a:p>
        </p:txBody>
      </p:sp>
      <p:sp>
        <p:nvSpPr>
          <p:cNvPr id="8" name="Shape 8"/>
          <p:cNvSpPr/>
          <p:nvPr/>
        </p:nvSpPr>
        <p:spPr>
          <a:xfrm>
            <a:off x="457200" y="2743200"/>
            <a:ext cx="54864" cy="3657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5943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200은 MDD가 거의 동일(-48.73% vs -48.88%)하면서 CAGR은 11%p 이상 </a:t>
            </a:r>
            <a:r>
              <a:rPr lang="en-US" sz="100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높음 → </a:t>
            </a: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종목 수 확대가 리스크 없이 알파를 개선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3218688"/>
            <a:ext cx="54864" cy="3657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594360" y="321868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Ratio 0.941 vs 0.676 (+39%), Calmar Ratio 0.512 vs 0.278 (+84%) — Top 200이 위험조정 기준에서도 압도적 우위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" y="3694176"/>
            <a:ext cx="54864" cy="36576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/>
          <p:nvPr/>
        </p:nvSpPr>
        <p:spPr>
          <a:xfrm>
            <a:off x="594360" y="369417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결론: Top 200을 기본 </a:t>
            </a:r>
            <a:r>
              <a:rPr lang="en-US" sz="100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유니버스로 채택</a:t>
            </a:r>
          </a:p>
        </p:txBody>
      </p:sp>
      <p:sp>
        <p:nvSpPr>
          <p:cNvPr id="17" name="Shape 14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알파카  |  쿨다운 모멘텀 기반 Top-N 리밸런싱 전략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실험 ② 모멘텀 인디케이터 설계 및 가중치 비교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200 · 보유 10종목 · 쿨다운 없음 기준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8138160" cy="347472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859536"/>
            <a:ext cx="8138160" cy="347472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실험 설정  |  유니버스: Top </a:t>
            </a:r>
            <a:r>
              <a:rPr 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 /  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보유종목: 10</a:t>
            </a:r>
            <a:r>
              <a:rPr 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  /  </a:t>
            </a:r>
            <a:r>
              <a:rPr lang="ko-KR" alt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월별 리밸런싱  </a:t>
            </a:r>
            <a:r>
              <a:rPr lang="en-US" altLang="ko-KR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 </a:t>
            </a:r>
            <a:r>
              <a:rPr 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쿨다운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없음  /  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레짐: </a:t>
            </a:r>
            <a:r>
              <a:rPr 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없음  /  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수수료: 0.15</a:t>
            </a:r>
            <a:r>
              <a:rPr 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 /  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슬리피지: 0.05%</a:t>
            </a:r>
            <a:endParaRPr lang="en-US" sz="9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6483226"/>
              </p:ext>
            </p:extLst>
          </p:nvPr>
        </p:nvGraphicFramePr>
        <p:xfrm>
          <a:off x="457200" y="1325880"/>
          <a:ext cx="8138160" cy="256794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095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6-1 비중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12-1 비중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CAGR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연간 회전율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24.93%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-48.73%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-45.32%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1.036</a:t>
                      </a:r>
                      <a:endParaRPr lang="en-US" sz="9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0.625</a:t>
                      </a:r>
                      <a:endParaRPr lang="en-US" sz="9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6.90</a:t>
                      </a:r>
                      <a:endParaRPr lang="en-US" sz="9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 ★채택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27.82%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-44.98%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24.95%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-51.72%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23.99%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-49.44%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23.36%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-53.94%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21.40%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-56.00%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913632"/>
            <a:ext cx="813816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457200" y="3957828"/>
            <a:ext cx="8138160" cy="870204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 결론</a:t>
            </a:r>
            <a:r>
              <a:rPr lang="en-US" sz="950" b="1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95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6-1 </a:t>
            </a:r>
            <a:r>
              <a:rPr lang="en-US" sz="9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비중 10~30% 구간에서 Sharpe·Calmar 성과 최우수</a:t>
            </a:r>
            <a:r>
              <a:rPr lang="en-US" sz="95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95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6-1 </a:t>
            </a:r>
            <a:r>
              <a:rPr lang="en-US" sz="9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비중 증가 시 회전율만 단조 증가</a:t>
            </a:r>
            <a:r>
              <a:rPr lang="en-US" sz="95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95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중기 </a:t>
            </a:r>
            <a:r>
              <a:rPr lang="en-US" sz="9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추세(12-1)가 방향성을 결정하고 단기 신호(6-1)가 미세 우열을 보완 → 20:80 채택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9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알파카  |  쿨다운 모멘텀 기반 Top-N 리밸런싱 전략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실험 ③ 리밸런싱 주기: 주별 vs 월별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200 · 혼합 모멘텀(6-1 20% + 12-1 80%) · 쿨다운 없음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8138160" cy="347472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859536"/>
            <a:ext cx="8138160" cy="347472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실험 설정  |  유니버스: Top </a:t>
            </a:r>
            <a:r>
              <a:rPr 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 /  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보유종목: 10</a:t>
            </a:r>
            <a:r>
              <a:rPr 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  /  </a:t>
            </a:r>
            <a:r>
              <a:rPr lang="ko-KR" alt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혼합모멘텀 </a:t>
            </a:r>
            <a:r>
              <a:rPr lang="en-US" altLang="ko-KR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20:80  </a:t>
            </a:r>
            <a:r>
              <a:rPr 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 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쿨다운: </a:t>
            </a:r>
            <a:r>
              <a:rPr 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없음  /  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레짐: 없음</a:t>
            </a:r>
            <a:endParaRPr lang="en-US" sz="9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138160" cy="86106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9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리밸런싱 주기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CAGR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Calmar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연간 회전율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주별 리밸런싱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24.58%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-44.55%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월별 리밸런싱 ★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27.82%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-44.98%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2212848"/>
            <a:ext cx="384048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457200" y="2212848"/>
            <a:ext cx="54864" cy="21031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03504" y="230428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성과 분석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03504" y="2697480"/>
            <a:ext cx="3566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월별 리밸런싱이 CAGR 27.82%로 주별 24.58%보다 약 3.2%p 높다. 회전율도 월별 7.08로 주별 8.42보다 낮아</a:t>
            </a:r>
            <a:r>
              <a:rPr lang="en-US" sz="10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</a:p>
          <a:p>
            <a:pPr marL="0" indent="0">
              <a:lnSpc>
                <a:spcPct val="135000"/>
              </a:lnSpc>
              <a:buNone/>
            </a:pPr>
            <a:r>
              <a:rPr lang="en-US" sz="10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주별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리밸런싱은 비용만 높이고 성과는 오히려 저하된다.</a:t>
            </a:r>
            <a:endParaRPr lang="en-US" sz="1000" dirty="0"/>
          </a:p>
        </p:txBody>
      </p:sp>
      <p:sp>
        <p:nvSpPr>
          <p:cNvPr id="8" name="Shape 10"/>
          <p:cNvSpPr/>
          <p:nvPr/>
        </p:nvSpPr>
        <p:spPr>
          <a:xfrm>
            <a:off x="4754880" y="2212848"/>
            <a:ext cx="384048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754880" y="2212848"/>
            <a:ext cx="54864" cy="210312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4901184" y="230428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논리적 근거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901184" y="2697480"/>
            <a:ext cx="3566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 전략의 핵심 신호는 12-1 모멘텀으로 정보 주기가 1개월이다. 주별 리밸런싱은 이 신호의 정보 주기보다 과도하게 </a:t>
            </a:r>
            <a:r>
              <a:rPr lang="en-US" sz="10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잦아 </a:t>
            </a:r>
          </a:p>
          <a:p>
            <a:pPr marL="0" indent="0">
              <a:lnSpc>
                <a:spcPct val="135000"/>
              </a:lnSpc>
              <a:buNone/>
            </a:pPr>
            <a:r>
              <a:rPr lang="ko-KR" altLang="en-US" sz="10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동일 종목 내 잦은 순위 변동을 유발하여 거래만 증가시킨다</a:t>
            </a:r>
            <a:endParaRPr lang="en-US" sz="1000"/>
          </a:p>
          <a:p>
            <a:pPr marL="0" indent="0">
              <a:lnSpc>
                <a:spcPct val="135000"/>
              </a:lnSpc>
              <a:buNone/>
            </a:pPr>
            <a:r>
              <a:rPr lang="en-US" sz="10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월별 리밸런싱을 기본 설정으로 채택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알파카  |  쿨다운 모멘텀 기반 Top-N 리밸런싱 전략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실험 ④ 쿨다운(최소 보유기간) 메커니즘 및 비교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200 · 혼합 모멘텀 · 월별 · 재진입금지 없음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2286000" cy="379476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85800" y="97840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쿨다운 메커니즘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1444752"/>
            <a:ext cx="1371600" cy="45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685800" y="160934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🔒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88720" y="1655064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매수 후 N개월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의무 보유 강제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85800" y="235915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🚫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88720" y="2404872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보유 중 매도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신호 무시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85800" y="31089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📉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88720" y="31546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거래 노이즈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구조적 억제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85800" y="38587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💸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3904488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거래비용 절감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실질 수익 향상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2342582"/>
              </p:ext>
            </p:extLst>
          </p:nvPr>
        </p:nvGraphicFramePr>
        <p:xfrm>
          <a:off x="2880360" y="1323982"/>
          <a:ext cx="5715000" cy="246888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086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최소 보유기간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CAGR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연간 회전율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0개월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-44.98%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2개월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3개월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-51.09%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4개월 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-45.30%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5개월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-43.98%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6개월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9개월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-54.54%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2880360" y="3866014"/>
            <a:ext cx="571500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2880360" y="3909832"/>
            <a:ext cx="5715000" cy="91440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950" b="1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결론</a:t>
            </a:r>
          </a:p>
          <a:p>
            <a:pPr marL="0" indent="0">
              <a:lnSpc>
                <a:spcPct val="135000"/>
              </a:lnSpc>
              <a:buNone/>
            </a:pPr>
            <a:r>
              <a:rPr 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개월 최소 보유기간에서 성과(Sharpe 1.051)와 안정성(Calmar 0.631)의 </a:t>
            </a:r>
            <a:r>
              <a:rPr 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균형이 최우수</a:t>
            </a:r>
          </a:p>
          <a:p>
            <a:pPr marL="0" indent="0">
              <a:lnSpc>
                <a:spcPct val="135000"/>
              </a:lnSpc>
              <a:buNone/>
            </a:pPr>
            <a:r>
              <a:rPr 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회전율 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7.08 → 5.04로 약 29</a:t>
            </a:r>
            <a:r>
              <a:rPr 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감소</a:t>
            </a:r>
          </a:p>
          <a:p>
            <a:pPr marL="0" indent="0">
              <a:lnSpc>
                <a:spcPct val="135000"/>
              </a:lnSpc>
              <a:buNone/>
            </a:pPr>
            <a:r>
              <a:rPr 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개월 이상은 성과 급격 저하 — 과도한 </a:t>
            </a:r>
            <a:r>
              <a:rPr 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제약의 부작용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알파카  |  쿨다운 모멘텀 기반 Top-N 리밸런싱 전략</a:t>
            </a:r>
            <a:endParaRPr lang="en-US" sz="800" dirty="0"/>
          </a:p>
        </p:txBody>
      </p:sp>
      <p:sp>
        <p:nvSpPr>
          <p:cNvPr id="23" name="Shape 4">
            <a:extLst>
              <a:ext uri="{FF2B5EF4-FFF2-40B4-BE49-F238E27FC236}">
                <a16:creationId xmlns:a16="http://schemas.microsoft.com/office/drawing/2014/main" id="{24D9EC39-19A2-D866-67EA-E09DFA0F4EDC}"/>
              </a:ext>
            </a:extLst>
          </p:cNvPr>
          <p:cNvSpPr/>
          <p:nvPr/>
        </p:nvSpPr>
        <p:spPr>
          <a:xfrm>
            <a:off x="2880360" y="914400"/>
            <a:ext cx="5715000" cy="347472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AF37136C-CF75-3CCF-D164-48A2C29C731D}"/>
              </a:ext>
            </a:extLst>
          </p:cNvPr>
          <p:cNvSpPr/>
          <p:nvPr/>
        </p:nvSpPr>
        <p:spPr>
          <a:xfrm>
            <a:off x="2971800" y="857638"/>
            <a:ext cx="5715000" cy="347472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실험 설정  |  유니버스: Top </a:t>
            </a:r>
            <a:r>
              <a:rPr 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 /  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보유종목: 10</a:t>
            </a:r>
            <a:r>
              <a:rPr 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  /  </a:t>
            </a:r>
            <a:r>
              <a:rPr lang="ko-KR" alt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혼합</a:t>
            </a:r>
            <a:r>
              <a:rPr 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모멘텀 20:80  /  </a:t>
            </a:r>
            <a:r>
              <a:rPr lang="ko-KR" alt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월별 리밸런싱  </a:t>
            </a:r>
            <a:r>
              <a:rPr lang="en-US" altLang="ko-KR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 </a:t>
            </a:r>
            <a:r>
              <a:rPr 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레짐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없음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실험 ⑤ 재진입 금지기간 비교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매도 후 N개월 동안 동일 종목 재매수 금지 — 쿨다운과 중복 효과인가?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8138160" cy="329184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859536"/>
            <a:ext cx="8138160" cy="329184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실험 설정  |  Top </a:t>
            </a:r>
            <a:r>
              <a:rPr 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 /  혼합 모멘텀 20:80  /  월별 </a:t>
            </a:r>
            <a:r>
              <a:rPr lang="ko-KR" alt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리밸런싱  </a:t>
            </a:r>
            <a:r>
              <a:rPr lang="en-US" altLang="ko-KR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 </a:t>
            </a:r>
            <a:r>
              <a:rPr 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최소보유기간 없음  /  10종목  /  레짐 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없음</a:t>
            </a:r>
            <a:endParaRPr lang="en-US" sz="9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6510910"/>
              </p:ext>
            </p:extLst>
          </p:nvPr>
        </p:nvGraphicFramePr>
        <p:xfrm>
          <a:off x="457200" y="1298448"/>
          <a:ext cx="8138159" cy="2194563"/>
        </p:xfrm>
        <a:graphic>
          <a:graphicData uri="http://schemas.openxmlformats.org/drawingml/2006/table">
            <a:tbl>
              <a:tblPr/>
              <a:tblGrid>
                <a:gridCol w="25040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76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76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76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76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33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135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재진입 금지기간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CAGR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Calmar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연간 회전율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35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F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0개월 (기준값)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F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27.82%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F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-44.98%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F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F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F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35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2개월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28.64%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-46.26%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35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3개월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-46.66%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35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4개월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28.69%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-50.32%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35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5개월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26.02%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-48.72%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35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6개월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-50.33%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566160"/>
            <a:ext cx="2606040" cy="1289307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457200" y="3566160"/>
            <a:ext cx="260604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94360" y="3657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회전율 </a:t>
            </a: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변화 없음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94360" y="3959352"/>
            <a:ext cx="2377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재진입 금지기간 0→6개월로 </a:t>
            </a:r>
            <a:r>
              <a:rPr lang="en-US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늘려도 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연간 </a:t>
            </a: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회전율은 6.96~7.14 범위로 거의 불변</a:t>
            </a:r>
            <a:r>
              <a:rPr lang="en-US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쿨다운</a:t>
            </a: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(최소보유기간)이 이미 같은 </a:t>
            </a:r>
            <a:r>
              <a:rPr lang="en-US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종목의 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조기 </a:t>
            </a: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재진입을 억제하고 있기 때문이다.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218688" y="3566160"/>
            <a:ext cx="2606040" cy="1289307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3218688" y="356616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12"/>
          <p:cNvSpPr/>
          <p:nvPr/>
        </p:nvSpPr>
        <p:spPr>
          <a:xfrm>
            <a:off x="3355848" y="3657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성과 </a:t>
            </a: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개선 불일치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3355848" y="3959352"/>
            <a:ext cx="2377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3개월 구간에서 CAGR·Sharpe가 소폭 개선되나</a:t>
            </a:r>
            <a:r>
              <a:rPr lang="en-US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개월 이상에서는 MDD가 -50%를 </a:t>
            </a:r>
            <a:r>
              <a:rPr lang="en-US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넘어 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오히려 </a:t>
            </a: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리스크가 악화된다</a:t>
            </a:r>
            <a:r>
              <a:rPr lang="en-US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일관된 </a:t>
            </a: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효과 방향이 없다.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980176" y="3566160"/>
            <a:ext cx="2615184" cy="1289307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5980176" y="3566160"/>
            <a:ext cx="260604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6117336" y="3657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채택 </a:t>
            </a: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결론: 미적용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117336" y="3959352"/>
            <a:ext cx="2377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쿨다운이 이미 재진입 억제 역할을 수행하고 </a:t>
            </a:r>
            <a:r>
              <a:rPr lang="en-US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있어,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재진입 금지기간은 규칙 복잡도만 </a:t>
            </a:r>
            <a:r>
              <a:rPr lang="en-US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높이고 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실질적 </a:t>
            </a: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개선 효과가 없다고 </a:t>
            </a:r>
            <a:r>
              <a:rPr lang="en-US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판단하여 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전략에서 </a:t>
            </a: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제외한다.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9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알파카  |  쿨다운 모멘텀 기반 Top-N 리밸런싱 전략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실험 ⑥ 보유종목수 비교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동일비중 포트폴리오 — 집중과 분산의 최적점은?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8138160" cy="329184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859536"/>
            <a:ext cx="8138160" cy="329184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실험 설정  |  </a:t>
            </a:r>
            <a:r>
              <a:rPr 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200  /  혼합 모멘텀 20:80  /  월별 </a:t>
            </a:r>
            <a:r>
              <a:rPr lang="ko-KR" alt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리밸런싱  </a:t>
            </a:r>
            <a:r>
              <a:rPr lang="en-US" altLang="ko-KR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</a:t>
            </a:r>
            <a:r>
              <a:rPr 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최소보유기간 </a:t>
            </a:r>
            <a:r>
              <a:rPr lang="en-US" sz="95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4개월  /  재진입금지 없음  /  레짐 </a:t>
            </a: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없음</a:t>
            </a:r>
            <a:endParaRPr lang="en-US" sz="9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7135835"/>
              </p:ext>
            </p:extLst>
          </p:nvPr>
        </p:nvGraphicFramePr>
        <p:xfrm>
          <a:off x="457200" y="1298448"/>
          <a:ext cx="5212080" cy="2194563"/>
        </p:xfrm>
        <a:graphic>
          <a:graphicData uri="http://schemas.openxmlformats.org/drawingml/2006/table">
            <a:tbl>
              <a:tblPr/>
              <a:tblGrid>
                <a:gridCol w="1133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8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7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72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3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7344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135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보유종목수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CAGR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Calmar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연간 회전율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35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5</a:t>
                      </a: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종목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-60.20%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35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 10</a:t>
                      </a: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종목 ★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-45.30%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35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15종목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-44.63%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35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20종목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-43.96%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35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30종목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16.27%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-45.09%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35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50종목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-51.72%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897880" y="1298448"/>
            <a:ext cx="2788920" cy="676656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897880" y="1298448"/>
            <a:ext cx="64008" cy="67665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044184" y="135331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5종목: 집중도 위험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044184" y="159105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MDD -60.20% — 5개 종목 중 하나의 급락이 포트폴리오 전체를 직접 타격. 허용 불가한 리스크 수준.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897880" y="2048256"/>
            <a:ext cx="2788920" cy="676656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5897880" y="2048256"/>
            <a:ext cx="64008" cy="67665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6044184" y="210312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10종목: 최적 균형점 ★</a:t>
            </a:r>
            <a:endParaRPr lang="en-US" sz="1000" dirty="0"/>
          </a:p>
        </p:txBody>
      </p:sp>
      <p:sp>
        <p:nvSpPr>
          <p:cNvPr id="8" name="Text 13"/>
          <p:cNvSpPr/>
          <p:nvPr/>
        </p:nvSpPr>
        <p:spPr>
          <a:xfrm>
            <a:off x="6044184" y="234086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CAGR·Sharpe·Calmar 세 지표 동시 최고</a:t>
            </a:r>
            <a:r>
              <a:rPr lang="en-US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모멘텀 </a:t>
            </a: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상위 신호에 집중하면서 충분한 분산 달성.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897880" y="2798064"/>
            <a:ext cx="2788920" cy="676656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5897880" y="2798064"/>
            <a:ext cx="64008" cy="676656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6044184" y="285292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15종목 이상: 알파 희석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044184" y="309067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종목 수 증가에 따라 CAGR 22%→14% 단조 하락</a:t>
            </a:r>
            <a:r>
              <a:rPr lang="en-US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모멘텀 </a:t>
            </a: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하위 신호가 상위 신호를 희석시킨다.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457200" y="3566160"/>
            <a:ext cx="813816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9"/>
          <p:cNvSpPr/>
          <p:nvPr/>
        </p:nvSpPr>
        <p:spPr>
          <a:xfrm>
            <a:off x="457200" y="3602739"/>
            <a:ext cx="8138160" cy="1060701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b="1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 결론</a:t>
            </a:r>
          </a:p>
          <a:p>
            <a:pPr marL="0" indent="0">
              <a:lnSpc>
                <a:spcPct val="135000"/>
              </a:lnSpc>
              <a:buNone/>
            </a:pPr>
            <a:r>
              <a:rPr lang="en-US" sz="10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종목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 증가가 곧 분산 효과를 의미하지 않는다</a:t>
            </a:r>
            <a:r>
              <a:rPr lang="en-US" sz="10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</a:p>
          <a:p>
            <a:pPr marL="0" indent="0">
              <a:lnSpc>
                <a:spcPct val="135000"/>
              </a:lnSpc>
              <a:buNone/>
            </a:pPr>
            <a:r>
              <a:rPr lang="en-US" sz="10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모멘텀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전략에서 종목 수 확대는 상위 신호의 희석을 수반한다</a:t>
            </a:r>
            <a:r>
              <a:rPr lang="en-US" sz="10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</a:p>
          <a:p>
            <a:pPr marL="0" indent="0">
              <a:lnSpc>
                <a:spcPct val="135000"/>
              </a:lnSpc>
              <a:buNone/>
            </a:pPr>
            <a:r>
              <a:rPr lang="en-US" sz="1000" b="1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r>
              <a:rPr lang="en-US" sz="10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종목이 알파 집중과 리스크 분산의 교차점 </a:t>
            </a:r>
            <a:r>
              <a:rPr lang="en-US" sz="1000" b="1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채택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1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알파카  |  쿨다운 모멘텀 기반 Top-N 리밸런싱 전략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실험 ⑦ 스트레스 레짐 노출(Exposure) 비교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코스피200 vs MA200 기준 이진 </a:t>
            </a:r>
            <a:r>
              <a:rPr lang="en-US" sz="110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레짐 판단 (MA200 </a:t>
            </a:r>
            <a:r>
              <a:rPr lang="ko-KR" altLang="en-US" sz="110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이하면 스트레스 레짐</a:t>
            </a:r>
            <a:r>
              <a:rPr lang="en-US" altLang="ko-KR" sz="110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8138160" cy="347472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138160" cy="347472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실험 설정  |  Top </a:t>
            </a:r>
            <a:r>
              <a:rPr lang="en-US" sz="90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 /  혼합 모멘텀  /  월별  /  최소보유기간 4개월  /  재진입금지 없음  /  10</a:t>
            </a: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종목  |  정상 레짐: Exposure </a:t>
            </a:r>
            <a:r>
              <a:rPr lang="en-US" sz="90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 /  스트레스 </a:t>
            </a: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레짐: Exposure 가변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0003847"/>
              </p:ext>
            </p:extLst>
          </p:nvPr>
        </p:nvGraphicFramePr>
        <p:xfrm>
          <a:off x="457200" y="1325880"/>
          <a:ext cx="5033963" cy="3273552"/>
        </p:xfrm>
        <a:graphic>
          <a:graphicData uri="http://schemas.openxmlformats.org/drawingml/2006/table">
            <a:tbl>
              <a:tblPr/>
              <a:tblGrid>
                <a:gridCol w="7402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83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83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389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3899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3899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27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Exposure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CAGR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연간 회전율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7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-34.66%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27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14.96%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-30.36%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7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16.58%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-28.92%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27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-28.92%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27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-28.91%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27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 50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21.27%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-28.91%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27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22.78%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-31.79%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27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-35.25%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27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-38.65%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27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27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-45.30%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715000" y="1325880"/>
            <a:ext cx="288036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715000" y="1325880"/>
            <a:ext cx="54864" cy="74980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852160" y="138074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MDD 개선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852160" y="16733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 50% </a:t>
            </a:r>
            <a:r>
              <a:rPr 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설정 시 MDD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 -45.30% → -28.91%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16.4%p 구조적 개선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715000" y="2157984"/>
            <a:ext cx="288036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5715000" y="2157984"/>
            <a:ext cx="54864" cy="749808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5852160" y="221284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Calmar 최고점</a:t>
            </a:r>
            <a:endParaRPr lang="en-US" sz="1050" dirty="0"/>
          </a:p>
        </p:txBody>
      </p:sp>
      <p:sp>
        <p:nvSpPr>
          <p:cNvPr id="8" name="Text 13"/>
          <p:cNvSpPr/>
          <p:nvPr/>
        </p:nvSpPr>
        <p:spPr>
          <a:xfrm>
            <a:off x="5852160" y="250545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 50</a:t>
            </a:r>
            <a:r>
              <a:rPr 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%에서 Calmar 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0.736 달성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위험조정 수익률 최우수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715000" y="3822192"/>
            <a:ext cx="28803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5715000" y="3822192"/>
            <a:ext cx="54864" cy="77724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5852160" y="38770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채택 근거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852160" y="4169664"/>
            <a:ext cx="2651760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레짐 관리는 수익 추구가 아닌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최대 손실 </a:t>
            </a:r>
            <a:r>
              <a:rPr 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제한을 위한 필수 </a:t>
            </a: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리스크 관리 장치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9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알파카  |  쿨다운 모멘텀 기반 Top-N 리밸런싱 전략</a:t>
            </a:r>
            <a:endParaRPr lang="en-US" sz="800" dirty="0"/>
          </a:p>
        </p:txBody>
      </p:sp>
      <p:sp>
        <p:nvSpPr>
          <p:cNvPr id="23" name="Shape 10">
            <a:extLst>
              <a:ext uri="{FF2B5EF4-FFF2-40B4-BE49-F238E27FC236}">
                <a16:creationId xmlns:a16="http://schemas.microsoft.com/office/drawing/2014/main" id="{555ECEB6-1EE6-F377-10D8-A68BEF9B16A9}"/>
              </a:ext>
            </a:extLst>
          </p:cNvPr>
          <p:cNvSpPr/>
          <p:nvPr/>
        </p:nvSpPr>
        <p:spPr>
          <a:xfrm>
            <a:off x="5715000" y="2986278"/>
            <a:ext cx="288036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1">
            <a:extLst>
              <a:ext uri="{FF2B5EF4-FFF2-40B4-BE49-F238E27FC236}">
                <a16:creationId xmlns:a16="http://schemas.microsoft.com/office/drawing/2014/main" id="{78BE7A0C-2E74-513C-91A2-5998F7610BDD}"/>
              </a:ext>
            </a:extLst>
          </p:cNvPr>
          <p:cNvSpPr/>
          <p:nvPr/>
        </p:nvSpPr>
        <p:spPr>
          <a:xfrm>
            <a:off x="5715000" y="2986278"/>
            <a:ext cx="54864" cy="749808"/>
          </a:xfrm>
          <a:prstGeom prst="rect">
            <a:avLst/>
          </a:prstGeom>
          <a:solidFill>
            <a:srgbClr val="FFC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2">
            <a:extLst>
              <a:ext uri="{FF2B5EF4-FFF2-40B4-BE49-F238E27FC236}">
                <a16:creationId xmlns:a16="http://schemas.microsoft.com/office/drawing/2014/main" id="{88FE1B9F-A836-AA16-26A7-923B1612DD51}"/>
              </a:ext>
            </a:extLst>
          </p:cNvPr>
          <p:cNvSpPr/>
          <p:nvPr/>
        </p:nvSpPr>
        <p:spPr>
          <a:xfrm>
            <a:off x="5852160" y="304114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 </a:t>
            </a:r>
            <a:r>
              <a:rPr lang="ko-KR" altLang="en-US" sz="105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감소</a:t>
            </a:r>
            <a:endParaRPr lang="en-US" sz="1050" dirty="0"/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6F8B6480-9CE9-8B4D-1A95-93E9C1479B25}"/>
              </a:ext>
            </a:extLst>
          </p:cNvPr>
          <p:cNvSpPr/>
          <p:nvPr/>
        </p:nvSpPr>
        <p:spPr>
          <a:xfrm>
            <a:off x="5852160" y="333375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 </a:t>
            </a:r>
            <a:r>
              <a:rPr 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</a:t>
            </a:r>
            <a:r>
              <a:rPr lang="ko-KR" alt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설정 시 </a:t>
            </a:r>
            <a:r>
              <a:rPr lang="en-US" altLang="ko-KR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</a:t>
            </a:r>
            <a:r>
              <a:rPr lang="ko-KR" alt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</a:t>
            </a:r>
            <a:r>
              <a:rPr lang="en-US" altLang="ko-KR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28.57% → 21.27%</a:t>
            </a:r>
            <a:r>
              <a:rPr lang="ko-KR" altLang="en-US" sz="9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</a:t>
            </a:r>
            <a:endParaRPr lang="en-US" altLang="ko-KR" sz="950">
              <a:solidFill>
                <a:srgbClr val="47556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ct val="120000"/>
              </a:lnSpc>
            </a:pPr>
            <a:r>
              <a:rPr lang="ko-KR" altLang="en-US" sz="95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감소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전략 구조 확정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7단계 실험을 통한 파라미터 확정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2469484"/>
              </p:ext>
            </p:extLst>
          </p:nvPr>
        </p:nvGraphicFramePr>
        <p:xfrm>
          <a:off x="457200" y="932688"/>
          <a:ext cx="8138160" cy="352044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00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파라미터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선택값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선택 근거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채택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유니버스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F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코스피 시가총액 Top 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리스크 동일, 알파 최대화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채택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모멘텀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F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6-1 모멘텀 20%  +  12-1 모멘텀 80%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성과·안정성 균형 최적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채택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0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리밸런싱 주기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F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월별 리밸런싱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신호 주기와 일치, 비용 최소화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채택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0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최소 보유기간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F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4개월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회전율 29% 감소, 성과 유지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채택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00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재진입 금지기간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</a:t>
                      </a:r>
                      <a:endParaRPr lang="en-US" sz="1000" b="1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효과 불분명, 복잡도만 증가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제외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00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보유 종목 수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F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10종목 (동일비중)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집중과 분산의 최적점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채택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00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레짐 관리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F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스트레스 레짐 시 Exposure 50%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MDD -45% → -29% 구조적 개선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채택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알파카  |  쿨다운 모멘텀 기반 Top-N 리밸런싱 전략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F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" cy="51435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48640" y="0"/>
            <a:ext cx="4114800" cy="5143500"/>
          </a:xfrm>
          <a:prstGeom prst="rect">
            <a:avLst/>
          </a:prstGeom>
          <a:solidFill>
            <a:srgbClr val="1A305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315200" y="274320"/>
            <a:ext cx="1371600" cy="1371600"/>
          </a:xfrm>
          <a:prstGeom prst="rect">
            <a:avLst/>
          </a:prstGeom>
          <a:solidFill>
            <a:srgbClr val="2563EB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863840" y="822960"/>
            <a:ext cx="914400" cy="914400"/>
          </a:xfrm>
          <a:prstGeom prst="rect">
            <a:avLst/>
          </a:prstGeom>
          <a:solidFill>
            <a:srgbClr val="2563EB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9144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성과 분석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822960" y="2834640"/>
            <a:ext cx="1645920" cy="45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22960" y="29718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확정 전략의 12년 백테스트 결과와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연도별·월별 수익률 분포 및 리스크 프로파일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전략 성과 요약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스트레스 레짐 Exposure 50% 적용 기준 · 2013.12~2025.12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1554480" cy="1188720"/>
          </a:xfrm>
          <a:prstGeom prst="rect">
            <a:avLst/>
          </a:prstGeom>
          <a:solidFill>
            <a:srgbClr val="1A305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320040" y="914400"/>
            <a:ext cx="54864" cy="1188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457200" y="987552"/>
            <a:ext cx="1371600" cy="6181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21.27%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57200" y="1532534"/>
            <a:ext cx="1371600" cy="3328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805940"/>
            <a:ext cx="1371600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연평균 복리 수익률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057400" y="914400"/>
            <a:ext cx="1554480" cy="1188720"/>
          </a:xfrm>
          <a:prstGeom prst="rect">
            <a:avLst/>
          </a:prstGeom>
          <a:solidFill>
            <a:srgbClr val="1A305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057400" y="914400"/>
            <a:ext cx="54864" cy="1188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194560" y="987552"/>
            <a:ext cx="1371600" cy="6181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-28.91%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194560" y="1532534"/>
            <a:ext cx="1371600" cy="3328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194560" y="1805940"/>
            <a:ext cx="1371600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최대 낙폭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794760" y="914400"/>
            <a:ext cx="1554480" cy="1188720"/>
          </a:xfrm>
          <a:prstGeom prst="rect">
            <a:avLst/>
          </a:prstGeom>
          <a:solidFill>
            <a:srgbClr val="1A305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3794760" y="914400"/>
            <a:ext cx="54864" cy="1188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3931920" y="987552"/>
            <a:ext cx="1371600" cy="6181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0.9915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3931920" y="1532534"/>
            <a:ext cx="1371600" cy="3328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Ratio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931920" y="1805940"/>
            <a:ext cx="1371600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위험조정 수익률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532120" y="914400"/>
            <a:ext cx="1554480" cy="1188720"/>
          </a:xfrm>
          <a:prstGeom prst="rect">
            <a:avLst/>
          </a:prstGeom>
          <a:solidFill>
            <a:srgbClr val="1A305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532120" y="914400"/>
            <a:ext cx="54864" cy="1188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5669280" y="987552"/>
            <a:ext cx="1371600" cy="6181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0.736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5669280" y="1532534"/>
            <a:ext cx="1371600" cy="3328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Calmar Ratio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669280" y="1805940"/>
            <a:ext cx="1371600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 / MDD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7269480" y="914400"/>
            <a:ext cx="1554480" cy="1188720"/>
          </a:xfrm>
          <a:prstGeom prst="rect">
            <a:avLst/>
          </a:prstGeom>
          <a:solidFill>
            <a:srgbClr val="1A305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7269480" y="914400"/>
            <a:ext cx="54864" cy="1188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7406640" y="987552"/>
            <a:ext cx="1371600" cy="6181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4.49 </a:t>
            </a:r>
            <a:r>
              <a:rPr lang="ko-KR" altLang="en-US" b="1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7406640" y="1532534"/>
            <a:ext cx="1371600" cy="3328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연간 회전율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406640" y="1805940"/>
            <a:ext cx="1371600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(레짐 적용 기준)</a:t>
            </a:r>
            <a:endParaRPr lang="en-US" sz="850" dirty="0"/>
          </a:p>
        </p:txBody>
      </p:sp>
      <p:pic>
        <p:nvPicPr>
          <p:cNvPr id="3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212848"/>
            <a:ext cx="8503920" cy="2683002"/>
          </a:xfrm>
          <a:prstGeom prst="rect">
            <a:avLst/>
          </a:prstGeom>
        </p:spPr>
      </p:pic>
      <p:sp>
        <p:nvSpPr>
          <p:cNvPr id="32" name="Shape 29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0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알파카  |  쿨다운 모멘텀 기반 Top-N 리밸런싱 전략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연도별 성과 분포 (2015~2025)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연간 수익률 및 MDD</a:t>
            </a:r>
            <a:endParaRPr lang="en-US" sz="1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8073068"/>
              </p:ext>
            </p:extLst>
          </p:nvPr>
        </p:nvGraphicFramePr>
        <p:xfrm>
          <a:off x="320040" y="914400"/>
          <a:ext cx="8503922" cy="137160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6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5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65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658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0658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065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065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0658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0658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0658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0658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수익률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+39.4%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D39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F3D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10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+123.5%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F3D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D39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D39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+53.0%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-14.4%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-23.9%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A5A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-11.6%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-13.4%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-14.5%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-19.5%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-16.5%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-11.1%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-28.9%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A5A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-27.6%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A5A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-20.8%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A5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3537259989"/>
              </p:ext>
            </p:extLst>
          </p:nvPr>
        </p:nvGraphicFramePr>
        <p:xfrm>
          <a:off x="320039" y="2377440"/>
          <a:ext cx="5518785" cy="2441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4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5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알파카  |  쿨다운 모멘텀 기반 Top-N 리밸런싱 전략</a:t>
            </a:r>
            <a:endParaRPr lang="en-US" sz="8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BF519EF-7CAB-27AF-F2E7-A571C81ACFF8}"/>
              </a:ext>
            </a:extLst>
          </p:cNvPr>
          <p:cNvSpPr/>
          <p:nvPr/>
        </p:nvSpPr>
        <p:spPr>
          <a:xfrm>
            <a:off x="6035042" y="2377439"/>
            <a:ext cx="2788920" cy="741819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5CAC5F49-C197-989F-139D-1E2D67043357}"/>
              </a:ext>
            </a:extLst>
          </p:cNvPr>
          <p:cNvSpPr/>
          <p:nvPr/>
        </p:nvSpPr>
        <p:spPr>
          <a:xfrm>
            <a:off x="6035042" y="2377439"/>
            <a:ext cx="64008" cy="741819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ED44648E-02AD-BEE0-EB35-9557914582B1}"/>
              </a:ext>
            </a:extLst>
          </p:cNvPr>
          <p:cNvSpPr/>
          <p:nvPr/>
        </p:nvSpPr>
        <p:spPr>
          <a:xfrm>
            <a:off x="6181346" y="2398963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강세 구간 </a:t>
            </a:r>
            <a:r>
              <a:rPr lang="en-US" sz="95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3선 (2015, 2020, 2025)</a:t>
            </a:r>
            <a:endParaRPr lang="en-US" sz="950" dirty="0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02C0D627-099A-AD5A-C4A2-2854BFABE554}"/>
              </a:ext>
            </a:extLst>
          </p:cNvPr>
          <p:cNvSpPr/>
          <p:nvPr/>
        </p:nvSpPr>
        <p:spPr>
          <a:xfrm>
            <a:off x="6181346" y="2618419"/>
            <a:ext cx="2560320" cy="4766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en-US" sz="8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코로나 </a:t>
            </a: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반등·포스트팬데믹·2015 바이오 랠리 </a:t>
            </a:r>
            <a:r>
              <a:rPr lang="en-US" sz="8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8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강한 </a:t>
            </a: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모멘텀 국면에서 최대 </a:t>
            </a:r>
            <a:r>
              <a:rPr lang="en-US" sz="8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알파 창출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8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추세 </a:t>
            </a: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추종 전략의 </a:t>
            </a:r>
            <a:r>
              <a:rPr lang="en-US" sz="8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본질적 강점</a:t>
            </a:r>
            <a:endParaRPr lang="en-US" sz="800" dirty="0"/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3F797EB3-9B50-2164-D5B2-3CACE057A146}"/>
              </a:ext>
            </a:extLst>
          </p:cNvPr>
          <p:cNvSpPr/>
          <p:nvPr/>
        </p:nvSpPr>
        <p:spPr>
          <a:xfrm>
            <a:off x="6035041" y="3191833"/>
            <a:ext cx="278892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9A6CFD43-E90E-FD75-B771-64D978C32BA0}"/>
              </a:ext>
            </a:extLst>
          </p:cNvPr>
          <p:cNvSpPr/>
          <p:nvPr/>
        </p:nvSpPr>
        <p:spPr>
          <a:xfrm>
            <a:off x="6035041" y="3191833"/>
            <a:ext cx="64008" cy="7315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695D53DD-69E6-2C17-8659-B8255C339B92}"/>
              </a:ext>
            </a:extLst>
          </p:cNvPr>
          <p:cNvSpPr/>
          <p:nvPr/>
        </p:nvSpPr>
        <p:spPr>
          <a:xfrm>
            <a:off x="6181345" y="321335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손실 </a:t>
            </a:r>
            <a:r>
              <a:rPr lang="en-US" sz="95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연도 3회 </a:t>
            </a: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(11년 중)</a:t>
            </a:r>
            <a:endParaRPr lang="en-US" sz="950" dirty="0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06E9CC3F-9B66-B12E-2191-67844BED3AB2}"/>
              </a:ext>
            </a:extLst>
          </p:cNvPr>
          <p:cNvSpPr/>
          <p:nvPr/>
        </p:nvSpPr>
        <p:spPr>
          <a:xfrm>
            <a:off x="6181345" y="344195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en-US" sz="8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2016(-4.4%): </a:t>
            </a: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미중 무역 불확실성 + 국내 정치 리스크 / </a:t>
            </a:r>
            <a:r>
              <a:rPr lang="en-US" sz="8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2019(-5.8%): </a:t>
            </a: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반도체 사이클 침체 + </a:t>
            </a:r>
            <a:r>
              <a:rPr lang="en-US" sz="8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수출 둔화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8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2021(-3.2%): 2020</a:t>
            </a:r>
            <a:r>
              <a:rPr lang="ko-KR" altLang="en-US" sz="8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년 랠리 반작용</a:t>
            </a:r>
            <a:endParaRPr lang="en-US" sz="800" dirty="0"/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BF2854FC-171D-087C-09AC-E5C71CA14853}"/>
              </a:ext>
            </a:extLst>
          </p:cNvPr>
          <p:cNvSpPr/>
          <p:nvPr/>
        </p:nvSpPr>
        <p:spPr>
          <a:xfrm>
            <a:off x="6035041" y="3996504"/>
            <a:ext cx="2788920" cy="822383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AA5C7F4E-095F-B4B8-29F7-7FDBD3AC6136}"/>
              </a:ext>
            </a:extLst>
          </p:cNvPr>
          <p:cNvSpPr/>
          <p:nvPr/>
        </p:nvSpPr>
        <p:spPr>
          <a:xfrm>
            <a:off x="6035041" y="3996504"/>
            <a:ext cx="64008" cy="822383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6E30BD0E-89F6-F718-D267-9327C4DD8AB3}"/>
              </a:ext>
            </a:extLst>
          </p:cNvPr>
          <p:cNvSpPr/>
          <p:nvPr/>
        </p:nvSpPr>
        <p:spPr>
          <a:xfrm>
            <a:off x="6181345" y="401802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급등 연도에도 MDD 제어</a:t>
            </a:r>
            <a:endParaRPr lang="en-US" sz="950" dirty="0"/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DCD7D78A-5E3E-DFEA-8720-32D9FB3C0F0B}"/>
              </a:ext>
            </a:extLst>
          </p:cNvPr>
          <p:cNvSpPr/>
          <p:nvPr/>
        </p:nvSpPr>
        <p:spPr>
          <a:xfrm>
            <a:off x="6181345" y="4237484"/>
            <a:ext cx="2560320" cy="548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r>
              <a:rPr lang="en-US" sz="8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(+123%) </a:t>
            </a: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강세에도 </a:t>
            </a:r>
            <a:r>
              <a:rPr lang="en-US" sz="8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MDD -19.5%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8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2025(+53</a:t>
            </a: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%)에도 </a:t>
            </a:r>
            <a:r>
              <a:rPr lang="en-US" sz="8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-20.8% 유지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8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레짐 </a:t>
            </a: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전환 메커니즘이 대형 손실을 구조적으로 억제하며 </a:t>
            </a:r>
            <a:r>
              <a:rPr lang="en-US" sz="8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작동하고 있음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월별 수익률 히트맵 (2015~2025)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월별 수익률(%) — 진한 녹색: 높은 수익  /  빨간색: 손실</a:t>
            </a:r>
            <a:endParaRPr lang="en-US" sz="1100" dirty="0"/>
          </a:p>
        </p:txBody>
      </p:sp>
      <p:sp>
        <p:nvSpPr>
          <p:cNvPr id="6" name="Shape 18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9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알파카  |  쿨다운 모멘텀 기반 Top-N 리밸런싱 전략</a:t>
            </a:r>
            <a:endParaRPr lang="en-US" sz="800" dirty="0"/>
          </a:p>
        </p:txBody>
      </p:sp>
      <p:sp>
        <p:nvSpPr>
          <p:cNvPr id="27" name="Shape 18">
            <a:extLst>
              <a:ext uri="{FF2B5EF4-FFF2-40B4-BE49-F238E27FC236}">
                <a16:creationId xmlns:a16="http://schemas.microsoft.com/office/drawing/2014/main" id="{46D90C47-D7C0-64DC-7DA8-C6FA74F2A39D}"/>
              </a:ext>
            </a:extLst>
          </p:cNvPr>
          <p:cNvSpPr/>
          <p:nvPr/>
        </p:nvSpPr>
        <p:spPr>
          <a:xfrm>
            <a:off x="6692265" y="1578293"/>
            <a:ext cx="2313623" cy="788861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19">
            <a:extLst>
              <a:ext uri="{FF2B5EF4-FFF2-40B4-BE49-F238E27FC236}">
                <a16:creationId xmlns:a16="http://schemas.microsoft.com/office/drawing/2014/main" id="{F1915E9B-430F-9F9A-8576-E0883441EE9C}"/>
              </a:ext>
            </a:extLst>
          </p:cNvPr>
          <p:cNvSpPr/>
          <p:nvPr/>
        </p:nvSpPr>
        <p:spPr>
          <a:xfrm>
            <a:off x="6692265" y="1578294"/>
            <a:ext cx="45719" cy="7888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0">
            <a:extLst>
              <a:ext uri="{FF2B5EF4-FFF2-40B4-BE49-F238E27FC236}">
                <a16:creationId xmlns:a16="http://schemas.microsoft.com/office/drawing/2014/main" id="{D6951498-4D63-7B0E-A405-F4446C5D2C81}"/>
              </a:ext>
            </a:extLst>
          </p:cNvPr>
          <p:cNvSpPr/>
          <p:nvPr/>
        </p:nvSpPr>
        <p:spPr>
          <a:xfrm>
            <a:off x="6801993" y="1629923"/>
            <a:ext cx="212769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5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</a:t>
            </a:r>
            <a:r>
              <a:rPr lang="en-US" sz="8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코로나 반등</a:t>
            </a:r>
            <a:endParaRPr lang="en-US" sz="850" dirty="0"/>
          </a:p>
        </p:txBody>
      </p:sp>
      <p:sp>
        <p:nvSpPr>
          <p:cNvPr id="30" name="Text 21">
            <a:extLst>
              <a:ext uri="{FF2B5EF4-FFF2-40B4-BE49-F238E27FC236}">
                <a16:creationId xmlns:a16="http://schemas.microsoft.com/office/drawing/2014/main" id="{A29F77A0-E824-D910-C92D-8C43507A8257}"/>
              </a:ext>
            </a:extLst>
          </p:cNvPr>
          <p:cNvSpPr/>
          <p:nvPr/>
        </p:nvSpPr>
        <p:spPr>
          <a:xfrm>
            <a:off x="6801993" y="1785370"/>
            <a:ext cx="2127695" cy="538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4~8월 연속 </a:t>
            </a:r>
            <a:r>
              <a:rPr lang="en-US" sz="7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녹색 셀</a:t>
            </a:r>
          </a:p>
          <a:p>
            <a:pPr marL="0" indent="0">
              <a:buNone/>
            </a:pPr>
            <a:r>
              <a:rPr lang="en-US" sz="7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코로나 </a:t>
            </a:r>
            <a:r>
              <a:rPr lang="en-US" sz="7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폭락 후 V자 </a:t>
            </a:r>
            <a:r>
              <a:rPr lang="en-US" sz="7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반등에서 </a:t>
            </a:r>
          </a:p>
          <a:p>
            <a:pPr marL="0" indent="0">
              <a:buNone/>
            </a:pPr>
            <a:r>
              <a:rPr lang="en-US" sz="7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모멘텀이 </a:t>
            </a:r>
            <a:r>
              <a:rPr lang="en-US" sz="7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강력하게 작동</a:t>
            </a:r>
            <a:r>
              <a:rPr lang="en-US" sz="7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endParaRPr lang="en-US" sz="750" dirty="0"/>
          </a:p>
        </p:txBody>
      </p:sp>
      <p:sp>
        <p:nvSpPr>
          <p:cNvPr id="31" name="Shape 22">
            <a:extLst>
              <a:ext uri="{FF2B5EF4-FFF2-40B4-BE49-F238E27FC236}">
                <a16:creationId xmlns:a16="http://schemas.microsoft.com/office/drawing/2014/main" id="{6988C54D-8B9A-C621-9B24-A010A65E487D}"/>
              </a:ext>
            </a:extLst>
          </p:cNvPr>
          <p:cNvSpPr/>
          <p:nvPr/>
        </p:nvSpPr>
        <p:spPr>
          <a:xfrm>
            <a:off x="6692265" y="2469833"/>
            <a:ext cx="2370773" cy="721233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3">
            <a:extLst>
              <a:ext uri="{FF2B5EF4-FFF2-40B4-BE49-F238E27FC236}">
                <a16:creationId xmlns:a16="http://schemas.microsoft.com/office/drawing/2014/main" id="{7CF75273-2969-342D-C4F6-7071589AAE50}"/>
              </a:ext>
            </a:extLst>
          </p:cNvPr>
          <p:cNvSpPr/>
          <p:nvPr/>
        </p:nvSpPr>
        <p:spPr>
          <a:xfrm>
            <a:off x="6692265" y="2469833"/>
            <a:ext cx="45719" cy="721233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4">
            <a:extLst>
              <a:ext uri="{FF2B5EF4-FFF2-40B4-BE49-F238E27FC236}">
                <a16:creationId xmlns:a16="http://schemas.microsoft.com/office/drawing/2014/main" id="{534D53DE-6374-32DC-01EC-FD1863B5E62A}"/>
              </a:ext>
            </a:extLst>
          </p:cNvPr>
          <p:cNvSpPr/>
          <p:nvPr/>
        </p:nvSpPr>
        <p:spPr>
          <a:xfrm>
            <a:off x="6801993" y="2521463"/>
            <a:ext cx="22153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5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계절성 </a:t>
            </a:r>
            <a:r>
              <a:rPr lang="en-US" sz="8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패턴</a:t>
            </a:r>
            <a:endParaRPr lang="en-US" sz="850" dirty="0"/>
          </a:p>
        </p:txBody>
      </p:sp>
      <p:sp>
        <p:nvSpPr>
          <p:cNvPr id="34" name="Text 25">
            <a:extLst>
              <a:ext uri="{FF2B5EF4-FFF2-40B4-BE49-F238E27FC236}">
                <a16:creationId xmlns:a16="http://schemas.microsoft.com/office/drawing/2014/main" id="{9C374993-5D00-B7A9-06B4-60C3BD9E4500}"/>
              </a:ext>
            </a:extLst>
          </p:cNvPr>
          <p:cNvSpPr/>
          <p:nvPr/>
        </p:nvSpPr>
        <p:spPr>
          <a:xfrm>
            <a:off x="6801993" y="2676911"/>
            <a:ext cx="2215312" cy="509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11월이 손실 구간이 많고</a:t>
            </a:r>
            <a:r>
              <a:rPr lang="en-US" sz="7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(2016·2021·2025: </a:t>
            </a:r>
            <a:r>
              <a:rPr lang="en-US" sz="7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-6~-</a:t>
            </a:r>
            <a:r>
              <a:rPr lang="en-US" sz="7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18%),</a:t>
            </a:r>
          </a:p>
          <a:p>
            <a:pPr marL="0" indent="0">
              <a:buNone/>
            </a:pPr>
            <a:r>
              <a:rPr lang="en-US" sz="7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7~8</a:t>
            </a:r>
            <a:r>
              <a:rPr lang="en-US" sz="7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월은 강세 구간 잦음</a:t>
            </a:r>
            <a:r>
              <a:rPr lang="en-US" sz="7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</a:p>
          <a:p>
            <a:pPr marL="0" indent="0">
              <a:buNone/>
            </a:pPr>
            <a:r>
              <a:rPr lang="en-US" sz="7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 </a:t>
            </a:r>
            <a:r>
              <a:rPr lang="en-US" sz="7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표본 수 한계로 단정은 주의.</a:t>
            </a:r>
            <a:endParaRPr lang="en-US" sz="750" dirty="0"/>
          </a:p>
        </p:txBody>
      </p:sp>
      <p:sp>
        <p:nvSpPr>
          <p:cNvPr id="39" name="Shape 26">
            <a:extLst>
              <a:ext uri="{FF2B5EF4-FFF2-40B4-BE49-F238E27FC236}">
                <a16:creationId xmlns:a16="http://schemas.microsoft.com/office/drawing/2014/main" id="{33AE3112-84C8-30E9-3B22-A3AB8B46D83D}"/>
              </a:ext>
            </a:extLst>
          </p:cNvPr>
          <p:cNvSpPr/>
          <p:nvPr/>
        </p:nvSpPr>
        <p:spPr>
          <a:xfrm>
            <a:off x="6692265" y="3293745"/>
            <a:ext cx="2370773" cy="78791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27">
            <a:extLst>
              <a:ext uri="{FF2B5EF4-FFF2-40B4-BE49-F238E27FC236}">
                <a16:creationId xmlns:a16="http://schemas.microsoft.com/office/drawing/2014/main" id="{F4D5F52F-9D48-BCE0-ACA1-0D7B1ADC6486}"/>
              </a:ext>
            </a:extLst>
          </p:cNvPr>
          <p:cNvSpPr/>
          <p:nvPr/>
        </p:nvSpPr>
        <p:spPr>
          <a:xfrm>
            <a:off x="6692265" y="3293745"/>
            <a:ext cx="45719" cy="78791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28">
            <a:extLst>
              <a:ext uri="{FF2B5EF4-FFF2-40B4-BE49-F238E27FC236}">
                <a16:creationId xmlns:a16="http://schemas.microsoft.com/office/drawing/2014/main" id="{7D445F7C-FDFB-05AB-751E-77B18C071B41}"/>
              </a:ext>
            </a:extLst>
          </p:cNvPr>
          <p:cNvSpPr/>
          <p:nvPr/>
        </p:nvSpPr>
        <p:spPr>
          <a:xfrm>
            <a:off x="6801993" y="3345374"/>
            <a:ext cx="22153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5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극단 </a:t>
            </a:r>
            <a:r>
              <a:rPr lang="en-US" sz="8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셀 발생 빈도</a:t>
            </a:r>
            <a:endParaRPr lang="en-US" sz="850" dirty="0"/>
          </a:p>
        </p:txBody>
      </p:sp>
      <p:sp>
        <p:nvSpPr>
          <p:cNvPr id="42" name="Text 29">
            <a:extLst>
              <a:ext uri="{FF2B5EF4-FFF2-40B4-BE49-F238E27FC236}">
                <a16:creationId xmlns:a16="http://schemas.microsoft.com/office/drawing/2014/main" id="{43D937DC-22F7-BC71-396A-30FCE728905C}"/>
              </a:ext>
            </a:extLst>
          </p:cNvPr>
          <p:cNvSpPr/>
          <p:nvPr/>
        </p:nvSpPr>
        <p:spPr>
          <a:xfrm>
            <a:off x="6801993" y="3500821"/>
            <a:ext cx="2215312" cy="547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-10% 이하(진빨강) 셀은 132개 </a:t>
            </a:r>
            <a:r>
              <a:rPr lang="en-US" sz="7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 5개(3.8%). </a:t>
            </a:r>
          </a:p>
          <a:p>
            <a:pPr marL="0" indent="0">
              <a:buNone/>
            </a:pPr>
            <a:r>
              <a:rPr lang="en-US" sz="7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대부분 </a:t>
            </a:r>
            <a:r>
              <a:rPr lang="en-US" sz="7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월은 -10%~+10% 범위</a:t>
            </a:r>
            <a:r>
              <a:rPr lang="en-US" sz="7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</a:p>
          <a:p>
            <a:pPr marL="0" indent="0">
              <a:buNone/>
            </a:pPr>
            <a:r>
              <a:rPr lang="en-US" sz="7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꼬리 </a:t>
            </a:r>
            <a:r>
              <a:rPr lang="en-US" sz="7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리스크는 드물지만 실재함.</a:t>
            </a:r>
            <a:endParaRPr lang="en-US" sz="750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26FD0CA3-37FF-B1C2-94DD-88FE3A3A02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9421411"/>
              </p:ext>
            </p:extLst>
          </p:nvPr>
        </p:nvGraphicFramePr>
        <p:xfrm>
          <a:off x="320041" y="961408"/>
          <a:ext cx="6236207" cy="3833520"/>
        </p:xfrm>
        <a:graphic>
          <a:graphicData uri="http://schemas.openxmlformats.org/drawingml/2006/table">
            <a:tbl>
              <a:tblPr/>
              <a:tblGrid>
                <a:gridCol w="689014">
                  <a:extLst>
                    <a:ext uri="{9D8B030D-6E8A-4147-A177-3AD203B41FA5}">
                      <a16:colId xmlns:a16="http://schemas.microsoft.com/office/drawing/2014/main" val="3096678417"/>
                    </a:ext>
                  </a:extLst>
                </a:gridCol>
                <a:gridCol w="411494">
                  <a:extLst>
                    <a:ext uri="{9D8B030D-6E8A-4147-A177-3AD203B41FA5}">
                      <a16:colId xmlns:a16="http://schemas.microsoft.com/office/drawing/2014/main" val="1728023460"/>
                    </a:ext>
                  </a:extLst>
                </a:gridCol>
                <a:gridCol w="484861">
                  <a:extLst>
                    <a:ext uri="{9D8B030D-6E8A-4147-A177-3AD203B41FA5}">
                      <a16:colId xmlns:a16="http://schemas.microsoft.com/office/drawing/2014/main" val="2944801023"/>
                    </a:ext>
                  </a:extLst>
                </a:gridCol>
                <a:gridCol w="411494">
                  <a:extLst>
                    <a:ext uri="{9D8B030D-6E8A-4147-A177-3AD203B41FA5}">
                      <a16:colId xmlns:a16="http://schemas.microsoft.com/office/drawing/2014/main" val="3313901233"/>
                    </a:ext>
                  </a:extLst>
                </a:gridCol>
                <a:gridCol w="484861">
                  <a:extLst>
                    <a:ext uri="{9D8B030D-6E8A-4147-A177-3AD203B41FA5}">
                      <a16:colId xmlns:a16="http://schemas.microsoft.com/office/drawing/2014/main" val="4238477325"/>
                    </a:ext>
                  </a:extLst>
                </a:gridCol>
                <a:gridCol w="484861">
                  <a:extLst>
                    <a:ext uri="{9D8B030D-6E8A-4147-A177-3AD203B41FA5}">
                      <a16:colId xmlns:a16="http://schemas.microsoft.com/office/drawing/2014/main" val="595567191"/>
                    </a:ext>
                  </a:extLst>
                </a:gridCol>
                <a:gridCol w="484861">
                  <a:extLst>
                    <a:ext uri="{9D8B030D-6E8A-4147-A177-3AD203B41FA5}">
                      <a16:colId xmlns:a16="http://schemas.microsoft.com/office/drawing/2014/main" val="2022913198"/>
                    </a:ext>
                  </a:extLst>
                </a:gridCol>
                <a:gridCol w="484861">
                  <a:extLst>
                    <a:ext uri="{9D8B030D-6E8A-4147-A177-3AD203B41FA5}">
                      <a16:colId xmlns:a16="http://schemas.microsoft.com/office/drawing/2014/main" val="1076703545"/>
                    </a:ext>
                  </a:extLst>
                </a:gridCol>
                <a:gridCol w="484861">
                  <a:extLst>
                    <a:ext uri="{9D8B030D-6E8A-4147-A177-3AD203B41FA5}">
                      <a16:colId xmlns:a16="http://schemas.microsoft.com/office/drawing/2014/main" val="1768027585"/>
                    </a:ext>
                  </a:extLst>
                </a:gridCol>
                <a:gridCol w="411494">
                  <a:extLst>
                    <a:ext uri="{9D8B030D-6E8A-4147-A177-3AD203B41FA5}">
                      <a16:colId xmlns:a16="http://schemas.microsoft.com/office/drawing/2014/main" val="2182501145"/>
                    </a:ext>
                  </a:extLst>
                </a:gridCol>
                <a:gridCol w="484861">
                  <a:extLst>
                    <a:ext uri="{9D8B030D-6E8A-4147-A177-3AD203B41FA5}">
                      <a16:colId xmlns:a16="http://schemas.microsoft.com/office/drawing/2014/main" val="2499364037"/>
                    </a:ext>
                  </a:extLst>
                </a:gridCol>
                <a:gridCol w="484861">
                  <a:extLst>
                    <a:ext uri="{9D8B030D-6E8A-4147-A177-3AD203B41FA5}">
                      <a16:colId xmlns:a16="http://schemas.microsoft.com/office/drawing/2014/main" val="1989904159"/>
                    </a:ext>
                  </a:extLst>
                </a:gridCol>
                <a:gridCol w="433823">
                  <a:extLst>
                    <a:ext uri="{9D8B030D-6E8A-4147-A177-3AD203B41FA5}">
                      <a16:colId xmlns:a16="http://schemas.microsoft.com/office/drawing/2014/main" val="3205974302"/>
                    </a:ext>
                  </a:extLst>
                </a:gridCol>
              </a:tblGrid>
              <a:tr h="3194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연도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ko-KR" alt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월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2</a:t>
                      </a:r>
                      <a:r>
                        <a:rPr lang="ko-KR" alt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월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3</a:t>
                      </a:r>
                      <a:r>
                        <a:rPr lang="ko-KR" alt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월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4</a:t>
                      </a:r>
                      <a:r>
                        <a:rPr lang="ko-KR" alt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월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5</a:t>
                      </a:r>
                      <a:r>
                        <a:rPr lang="ko-KR" alt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월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6</a:t>
                      </a:r>
                      <a:r>
                        <a:rPr lang="ko-KR" alt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월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7</a:t>
                      </a:r>
                      <a:r>
                        <a:rPr lang="ko-KR" alt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월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8</a:t>
                      </a:r>
                      <a:r>
                        <a:rPr lang="ko-KR" alt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월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9</a:t>
                      </a:r>
                      <a:r>
                        <a:rPr lang="ko-KR" alt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월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10</a:t>
                      </a:r>
                      <a:r>
                        <a:rPr lang="ko-KR" alt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월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11</a:t>
                      </a:r>
                      <a:r>
                        <a:rPr lang="ko-KR" alt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월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12</a:t>
                      </a:r>
                      <a:r>
                        <a:rPr lang="ko-KR" alt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월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2685550"/>
                  </a:ext>
                </a:extLst>
              </a:tr>
              <a:tr h="3194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2015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+3.9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+2.2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+7.5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+9.0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DD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+11.5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7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+15.4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DF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-0.9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-0.7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-3.8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D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-0.2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+3.3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+0.1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0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80794"/>
                  </a:ext>
                </a:extLst>
              </a:tr>
              <a:tr h="3194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2016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+3.8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-2.7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DBD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-0.5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-6.0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C3C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+5.1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+1.5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+8.4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EE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-3.3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D7D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+2.2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-10.3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A3A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-6.0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C3C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+1.4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2064480"/>
                  </a:ext>
                </a:extLst>
              </a:tr>
              <a:tr h="3194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2017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-0.5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+0.6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F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+2.3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+6.5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E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+6.6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2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+8.4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EE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+9.8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BD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+0.2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F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-5.1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CA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+2.3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+0.5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2168255"/>
                  </a:ext>
                </a:extLst>
              </a:tr>
              <a:tr h="3194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2018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+1.5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-6.5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FC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+4.9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-3.5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D6D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+6.1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3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+3.0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+2.0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+3.7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+1.8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-11.9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97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+4.5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6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8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4923038"/>
                  </a:ext>
                </a:extLst>
              </a:tr>
              <a:tr h="3194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2019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-2.0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1E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8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+1.7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+1.0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F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-3.0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D9D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+0.4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-6.2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C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+1.1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F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-0.4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+0.1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0F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+5.1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893347"/>
                  </a:ext>
                </a:extLst>
              </a:tr>
              <a:tr h="3194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2020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-2.8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DAD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-0.9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1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+9.9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EA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+9.3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CD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+6.3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+30.1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BE7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+17.1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ADBB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-8.2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3B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-2.8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DAD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+17.8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D9B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+5.0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5360437"/>
                  </a:ext>
                </a:extLst>
              </a:tr>
              <a:tr h="3194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2021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-5.8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C4C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-5.3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C9C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+2.9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AF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+2.0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+4.1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+3.6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+3.5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-3.9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D2D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+1.8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-3.6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D4D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+3.8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1561146"/>
                  </a:ext>
                </a:extLst>
              </a:tr>
              <a:tr h="3194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2022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-8.8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AEB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+0.6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+2.6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+0.6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+1.6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-4.5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CED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+3.2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+3.7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8F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+3.3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+2.5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5354146"/>
                  </a:ext>
                </a:extLst>
              </a:tr>
              <a:tr h="3194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2023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+4.0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+2.5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+4.6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6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-14.0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888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-12.4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949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+15.3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DF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+25.1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C99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-5.4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C7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-5.0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CBC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-5.8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C4C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+8.1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F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+0.9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5185614"/>
                  </a:ext>
                </a:extLst>
              </a:tr>
              <a:tr h="3194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2024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-6.0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C3C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+12.3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E5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+7.9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FE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+0.6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F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+3.3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+14.0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E2C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-8.1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4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-5.5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C7C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+3.4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9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+1.5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+2.6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3724811"/>
                  </a:ext>
                </a:extLst>
              </a:tr>
              <a:tr h="3194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2025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+4.0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+3.8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8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-6.0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C3C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+8.1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F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+5.7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4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+13.2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E3C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+7.0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1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-0.0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+5.1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+14.8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E0C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-18.3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696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+8.8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D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55069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월별 MDD 히트맵 (2015~2025)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월별 최대 낙폭(%) — 진한 빨간색: 큰 낙폭  /  연한 색: 방어적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알파카  |  쿨다운 모멘텀 기반 Top-N 리밸런싱 전략</a:t>
            </a:r>
            <a:endParaRPr lang="en-US" sz="800" dirty="0"/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6C21ED4E-D3BC-3FEB-6419-29F3644DB968}"/>
              </a:ext>
            </a:extLst>
          </p:cNvPr>
          <p:cNvSpPr/>
          <p:nvPr/>
        </p:nvSpPr>
        <p:spPr>
          <a:xfrm>
            <a:off x="6692265" y="1578293"/>
            <a:ext cx="2313623" cy="788861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136F48CC-C205-5795-4336-CF5C7EEB2CB5}"/>
              </a:ext>
            </a:extLst>
          </p:cNvPr>
          <p:cNvSpPr/>
          <p:nvPr/>
        </p:nvSpPr>
        <p:spPr>
          <a:xfrm>
            <a:off x="6801993" y="1629923"/>
            <a:ext cx="212769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85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최악의 달: 2023년 4월 -20.5%</a:t>
            </a:r>
            <a:endParaRPr lang="en-US" sz="850" dirty="0"/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8A52CF59-BA96-7AE1-9727-6ABA7862F895}"/>
              </a:ext>
            </a:extLst>
          </p:cNvPr>
          <p:cNvSpPr/>
          <p:nvPr/>
        </p:nvSpPr>
        <p:spPr>
          <a:xfrm>
            <a:off x="6801993" y="1785370"/>
            <a:ext cx="2127695" cy="538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연초 기대 랠리 이후</a:t>
            </a:r>
            <a:endParaRPr lang="en-US" altLang="ko-KR" sz="750">
              <a:solidFill>
                <a:srgbClr val="47556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altLang="ko-KR" sz="75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FED </a:t>
            </a:r>
            <a:r>
              <a:rPr lang="ko-KR" altLang="en-US" sz="75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피벗 지연 </a:t>
            </a:r>
            <a:r>
              <a:rPr lang="en-US" altLang="ko-KR" sz="75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+ </a:t>
            </a:r>
            <a:r>
              <a:rPr lang="ko-KR" altLang="en-US" sz="75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반도체 현실 인식 </a:t>
            </a:r>
            <a:r>
              <a:rPr lang="en-US" altLang="ko-KR" sz="75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+ </a:t>
            </a:r>
            <a:r>
              <a:rPr lang="ko-KR" altLang="en-US" sz="75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차익실현이</a:t>
            </a:r>
            <a:endParaRPr lang="en-US" altLang="ko-KR" sz="750">
              <a:solidFill>
                <a:srgbClr val="475569"/>
              </a:solidFill>
              <a:latin typeface="Calibri" pitchFamily="34" charset="0"/>
              <a:cs typeface="Calibri" pitchFamily="34" charset="-120"/>
            </a:endParaRPr>
          </a:p>
          <a:p>
            <a:r>
              <a:rPr lang="ko-KR" altLang="en-US" sz="750">
                <a:solidFill>
                  <a:srgbClr val="475569"/>
                </a:solidFill>
                <a:latin typeface="Calibri" pitchFamily="34" charset="0"/>
                <a:cs typeface="Calibri" pitchFamily="34" charset="-120"/>
              </a:rPr>
              <a:t>동시에 작동한 전형적인 조정 국면</a:t>
            </a:r>
            <a:endParaRPr lang="en-US" altLang="ko-KR" sz="750">
              <a:solidFill>
                <a:srgbClr val="475569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26" name="Shape 22">
            <a:extLst>
              <a:ext uri="{FF2B5EF4-FFF2-40B4-BE49-F238E27FC236}">
                <a16:creationId xmlns:a16="http://schemas.microsoft.com/office/drawing/2014/main" id="{2684F6CB-33C2-0694-0DE0-8D70AEA96A0B}"/>
              </a:ext>
            </a:extLst>
          </p:cNvPr>
          <p:cNvSpPr/>
          <p:nvPr/>
        </p:nvSpPr>
        <p:spPr>
          <a:xfrm>
            <a:off x="6692265" y="2469833"/>
            <a:ext cx="2370773" cy="721233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43B6FC6A-2F3F-EB0A-FB27-F350A38927CD}"/>
              </a:ext>
            </a:extLst>
          </p:cNvPr>
          <p:cNvSpPr/>
          <p:nvPr/>
        </p:nvSpPr>
        <p:spPr>
          <a:xfrm>
            <a:off x="6692265" y="2469833"/>
            <a:ext cx="45719" cy="721233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ABA1513E-637F-0721-8945-0422F05AFFDE}"/>
              </a:ext>
            </a:extLst>
          </p:cNvPr>
          <p:cNvSpPr/>
          <p:nvPr/>
        </p:nvSpPr>
        <p:spPr>
          <a:xfrm>
            <a:off x="6801993" y="2521463"/>
            <a:ext cx="22153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85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취약 계절: 여름·가을</a:t>
            </a:r>
            <a:endParaRPr lang="en-US" sz="850" dirty="0"/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9B2D9FD0-1451-F538-70AE-3EA3ACF9D460}"/>
              </a:ext>
            </a:extLst>
          </p:cNvPr>
          <p:cNvSpPr/>
          <p:nvPr/>
        </p:nvSpPr>
        <p:spPr>
          <a:xfrm>
            <a:off x="6801993" y="2676911"/>
            <a:ext cx="2215312" cy="509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7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7~9월과 10월에 -10% 이하 셀이 집중. </a:t>
            </a:r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54D8B819-75F1-ACBE-E3B7-D06C07A828FB}"/>
              </a:ext>
            </a:extLst>
          </p:cNvPr>
          <p:cNvSpPr/>
          <p:nvPr/>
        </p:nvSpPr>
        <p:spPr>
          <a:xfrm>
            <a:off x="6692265" y="3293745"/>
            <a:ext cx="2370773" cy="78791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017BF8C9-FAA0-4ABC-26CA-25887C881B57}"/>
              </a:ext>
            </a:extLst>
          </p:cNvPr>
          <p:cNvSpPr/>
          <p:nvPr/>
        </p:nvSpPr>
        <p:spPr>
          <a:xfrm>
            <a:off x="6801993" y="3345374"/>
            <a:ext cx="22153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85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2017년: 최고의 방어력</a:t>
            </a:r>
            <a:endParaRPr lang="en-US" sz="850" dirty="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2041A40E-B526-886A-B8DD-60039E91138E}"/>
              </a:ext>
            </a:extLst>
          </p:cNvPr>
          <p:cNvSpPr/>
          <p:nvPr/>
        </p:nvSpPr>
        <p:spPr>
          <a:xfrm>
            <a:off x="6801993" y="3500821"/>
            <a:ext cx="2215312" cy="547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7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달의 MDD가 -7% 이내. </a:t>
            </a:r>
          </a:p>
          <a:p>
            <a:r>
              <a:rPr lang="en-US" altLang="ko-KR" sz="7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완만한 상승 추세에서 쿨다운 + 레짐 관리가 </a:t>
            </a:r>
          </a:p>
          <a:p>
            <a:r>
              <a:rPr lang="en-US" altLang="ko-KR" sz="7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낙폭 억제에 최적 작동.</a:t>
            </a:r>
            <a:endParaRPr lang="en-US" altLang="ko-KR" sz="750" dirty="0"/>
          </a:p>
        </p:txBody>
      </p:sp>
      <p:sp>
        <p:nvSpPr>
          <p:cNvPr id="34" name="Shape 23">
            <a:extLst>
              <a:ext uri="{FF2B5EF4-FFF2-40B4-BE49-F238E27FC236}">
                <a16:creationId xmlns:a16="http://schemas.microsoft.com/office/drawing/2014/main" id="{48EB00A7-69BE-722E-23A6-9D1B020CCE72}"/>
              </a:ext>
            </a:extLst>
          </p:cNvPr>
          <p:cNvSpPr/>
          <p:nvPr/>
        </p:nvSpPr>
        <p:spPr>
          <a:xfrm>
            <a:off x="6689025" y="1573527"/>
            <a:ext cx="45719" cy="787909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1">
            <a:extLst>
              <a:ext uri="{FF2B5EF4-FFF2-40B4-BE49-F238E27FC236}">
                <a16:creationId xmlns:a16="http://schemas.microsoft.com/office/drawing/2014/main" id="{46EE3AD7-520F-9D4B-B733-DD3D0675F0E7}"/>
              </a:ext>
            </a:extLst>
          </p:cNvPr>
          <p:cNvSpPr/>
          <p:nvPr/>
        </p:nvSpPr>
        <p:spPr>
          <a:xfrm>
            <a:off x="6697027" y="3294505"/>
            <a:ext cx="45719" cy="787149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FD1B8273-EA62-B942-8A15-BB2957572D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5822567"/>
              </p:ext>
            </p:extLst>
          </p:nvPr>
        </p:nvGraphicFramePr>
        <p:xfrm>
          <a:off x="320039" y="961118"/>
          <a:ext cx="6236207" cy="3836676"/>
        </p:xfrm>
        <a:graphic>
          <a:graphicData uri="http://schemas.openxmlformats.org/drawingml/2006/table">
            <a:tbl>
              <a:tblPr/>
              <a:tblGrid>
                <a:gridCol w="689014">
                  <a:extLst>
                    <a:ext uri="{9D8B030D-6E8A-4147-A177-3AD203B41FA5}">
                      <a16:colId xmlns:a16="http://schemas.microsoft.com/office/drawing/2014/main" val="2258446506"/>
                    </a:ext>
                  </a:extLst>
                </a:gridCol>
                <a:gridCol w="411494">
                  <a:extLst>
                    <a:ext uri="{9D8B030D-6E8A-4147-A177-3AD203B41FA5}">
                      <a16:colId xmlns:a16="http://schemas.microsoft.com/office/drawing/2014/main" val="3401768270"/>
                    </a:ext>
                  </a:extLst>
                </a:gridCol>
                <a:gridCol w="484861">
                  <a:extLst>
                    <a:ext uri="{9D8B030D-6E8A-4147-A177-3AD203B41FA5}">
                      <a16:colId xmlns:a16="http://schemas.microsoft.com/office/drawing/2014/main" val="3277128553"/>
                    </a:ext>
                  </a:extLst>
                </a:gridCol>
                <a:gridCol w="411494">
                  <a:extLst>
                    <a:ext uri="{9D8B030D-6E8A-4147-A177-3AD203B41FA5}">
                      <a16:colId xmlns:a16="http://schemas.microsoft.com/office/drawing/2014/main" val="3130184327"/>
                    </a:ext>
                  </a:extLst>
                </a:gridCol>
                <a:gridCol w="484861">
                  <a:extLst>
                    <a:ext uri="{9D8B030D-6E8A-4147-A177-3AD203B41FA5}">
                      <a16:colId xmlns:a16="http://schemas.microsoft.com/office/drawing/2014/main" val="1625842148"/>
                    </a:ext>
                  </a:extLst>
                </a:gridCol>
                <a:gridCol w="484861">
                  <a:extLst>
                    <a:ext uri="{9D8B030D-6E8A-4147-A177-3AD203B41FA5}">
                      <a16:colId xmlns:a16="http://schemas.microsoft.com/office/drawing/2014/main" val="1698076323"/>
                    </a:ext>
                  </a:extLst>
                </a:gridCol>
                <a:gridCol w="484861">
                  <a:extLst>
                    <a:ext uri="{9D8B030D-6E8A-4147-A177-3AD203B41FA5}">
                      <a16:colId xmlns:a16="http://schemas.microsoft.com/office/drawing/2014/main" val="1383545362"/>
                    </a:ext>
                  </a:extLst>
                </a:gridCol>
                <a:gridCol w="484861">
                  <a:extLst>
                    <a:ext uri="{9D8B030D-6E8A-4147-A177-3AD203B41FA5}">
                      <a16:colId xmlns:a16="http://schemas.microsoft.com/office/drawing/2014/main" val="670884035"/>
                    </a:ext>
                  </a:extLst>
                </a:gridCol>
                <a:gridCol w="484861">
                  <a:extLst>
                    <a:ext uri="{9D8B030D-6E8A-4147-A177-3AD203B41FA5}">
                      <a16:colId xmlns:a16="http://schemas.microsoft.com/office/drawing/2014/main" val="3719109844"/>
                    </a:ext>
                  </a:extLst>
                </a:gridCol>
                <a:gridCol w="411494">
                  <a:extLst>
                    <a:ext uri="{9D8B030D-6E8A-4147-A177-3AD203B41FA5}">
                      <a16:colId xmlns:a16="http://schemas.microsoft.com/office/drawing/2014/main" val="1966820175"/>
                    </a:ext>
                  </a:extLst>
                </a:gridCol>
                <a:gridCol w="484861">
                  <a:extLst>
                    <a:ext uri="{9D8B030D-6E8A-4147-A177-3AD203B41FA5}">
                      <a16:colId xmlns:a16="http://schemas.microsoft.com/office/drawing/2014/main" val="1269190988"/>
                    </a:ext>
                  </a:extLst>
                </a:gridCol>
                <a:gridCol w="484861">
                  <a:extLst>
                    <a:ext uri="{9D8B030D-6E8A-4147-A177-3AD203B41FA5}">
                      <a16:colId xmlns:a16="http://schemas.microsoft.com/office/drawing/2014/main" val="4051725372"/>
                    </a:ext>
                  </a:extLst>
                </a:gridCol>
                <a:gridCol w="433823">
                  <a:extLst>
                    <a:ext uri="{9D8B030D-6E8A-4147-A177-3AD203B41FA5}">
                      <a16:colId xmlns:a16="http://schemas.microsoft.com/office/drawing/2014/main" val="3306421670"/>
                    </a:ext>
                  </a:extLst>
                </a:gridCol>
              </a:tblGrid>
              <a:tr h="31972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연도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ko-KR" alt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월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2</a:t>
                      </a:r>
                      <a:r>
                        <a:rPr lang="ko-KR" alt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월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3</a:t>
                      </a:r>
                      <a:r>
                        <a:rPr lang="ko-KR" alt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월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4</a:t>
                      </a:r>
                      <a:r>
                        <a:rPr lang="ko-KR" alt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월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5</a:t>
                      </a:r>
                      <a:r>
                        <a:rPr lang="ko-KR" alt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월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6</a:t>
                      </a:r>
                      <a:r>
                        <a:rPr lang="ko-KR" alt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월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7</a:t>
                      </a:r>
                      <a:r>
                        <a:rPr lang="ko-KR" alt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월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8</a:t>
                      </a:r>
                      <a:r>
                        <a:rPr lang="ko-KR" alt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월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9</a:t>
                      </a:r>
                      <a:r>
                        <a:rPr lang="ko-KR" alt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월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10</a:t>
                      </a:r>
                      <a:r>
                        <a:rPr lang="ko-KR" alt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월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11</a:t>
                      </a:r>
                      <a:r>
                        <a:rPr lang="ko-KR" alt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월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12</a:t>
                      </a:r>
                      <a:r>
                        <a:rPr lang="ko-KR" alt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월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977076"/>
                  </a:ext>
                </a:extLst>
              </a:tr>
              <a:tr h="31972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2015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BF9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BF7F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-2.3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BF1F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-2.4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BF0F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-4.0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BE4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-2.1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BF2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-5.2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BDBD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-9.8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AB8B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-6.0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AD5D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-4.6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BDF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-3.8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BE6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-4.2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BE3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0679478"/>
                  </a:ext>
                </a:extLst>
              </a:tr>
              <a:tr h="31972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2016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-2.0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3F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-6.6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D0D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-2.8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DF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-6.6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D0D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-2.1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2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-7.7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C8C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6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-7.7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C8C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-5.7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D7D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-10.3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B5B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-6.9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CED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-3.1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B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8691415"/>
                  </a:ext>
                </a:extLst>
              </a:tr>
              <a:tr h="31972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2017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-3.1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A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-2.2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1F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-2.5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F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-3.3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7F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4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-5.5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D9D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-4.5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0E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-6.9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CE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-6.7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D0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-6.2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D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-5.9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D6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1243386"/>
                  </a:ext>
                </a:extLst>
              </a:tr>
              <a:tr h="31972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2018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-3.8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5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-10.6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B2B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6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-4.5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0E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-4.3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1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-3.2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AE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-2.9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-2.4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0F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6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-12.0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9A8A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8F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-3.4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8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9572682"/>
                  </a:ext>
                </a:extLst>
              </a:tr>
              <a:tr h="31972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2019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-2.8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C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-2.6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E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5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-4.1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3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-6.6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D0D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-2.6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E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-7.6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C9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3F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7F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-2.7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E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-3.6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7E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688674"/>
                  </a:ext>
                </a:extLst>
              </a:tr>
              <a:tr h="31972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2020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-8.1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C5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-6.9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CED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-16.2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888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5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8F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AF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-10.9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9B0B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-3.9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5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-14.5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9969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-8.6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C1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-6.0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D5D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-8.1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C5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0966447"/>
                  </a:ext>
                </a:extLst>
              </a:tr>
              <a:tr h="31972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2021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-8.0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C6C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-9.6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BAB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-8.2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C5C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-7.3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CB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-8.5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C2C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-6.6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D1D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-4.2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2E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-12.8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9A2A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-6.2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D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-3.0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B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-5.5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D9D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-2.1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0430771"/>
                  </a:ext>
                </a:extLst>
              </a:tr>
              <a:tr h="31972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2022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-8.8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C0C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-4.7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DFE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-3.2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-2.1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2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-4.3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1E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-6.0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D4D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4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AF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-5.2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DBD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-3.5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7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6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-2.3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1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8770304"/>
                  </a:ext>
                </a:extLst>
              </a:tr>
              <a:tr h="31972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2023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5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-0.8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-3.1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B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-20.5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696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-13.1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9A0A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-5.1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DBD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-13.1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9A0A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-10.5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B3B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-8.2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C5C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-8.2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C4C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-4.5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0E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-4.0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4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369337"/>
                  </a:ext>
                </a:extLst>
              </a:tr>
              <a:tr h="31972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2024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-8.2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C5C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4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-4.3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2E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-6.4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D1D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-3.4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9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-2.6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E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-13.5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99C9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-17.0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838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-7.9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C6C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5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-5.9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D6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-4.4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1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745540"/>
                  </a:ext>
                </a:extLst>
              </a:tr>
              <a:tr h="31972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2025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F3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-1.5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7F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-5.9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D6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-6.5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D1D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-5.3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DAD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-2.1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F2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-4.1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E3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-8.8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C0C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-8.0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C6C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-5.3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BDAD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-5.9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D6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-18.5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77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맑은 고딕" panose="020B0503020000020004" pitchFamily="50" charset="-127"/>
                        </a:rPr>
                        <a:t>-8.1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AC5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290895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F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" cy="51435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48640" y="0"/>
            <a:ext cx="4114800" cy="5143500"/>
          </a:xfrm>
          <a:prstGeom prst="rect">
            <a:avLst/>
          </a:prstGeom>
          <a:solidFill>
            <a:srgbClr val="1A305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315200" y="274320"/>
            <a:ext cx="1371600" cy="1371600"/>
          </a:xfrm>
          <a:prstGeom prst="rect">
            <a:avLst/>
          </a:prstGeom>
          <a:solidFill>
            <a:srgbClr val="2563EB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863840" y="822960"/>
            <a:ext cx="914400" cy="914400"/>
          </a:xfrm>
          <a:prstGeom prst="rect">
            <a:avLst/>
          </a:prstGeom>
          <a:solidFill>
            <a:srgbClr val="2563EB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9144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결론 및 한계점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22960" y="2834640"/>
            <a:ext cx="1645920" cy="45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22960" y="29718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전략의 유효성 검증 결과,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한계점 및 향후 연구 과제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우리가 발견한 알파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3가지 구조적 발견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8138160" cy="11155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64008" cy="1115568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94360" y="1280160"/>
            <a:ext cx="475488" cy="475488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594360" y="12801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70432" y="1051560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 가능한 중기 추세 구조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1417320"/>
            <a:ext cx="7223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한국 주식 시장에서 혼합 모멘텀(12-1 + 6-1) 신호는 12년 백테스트 전 기간에 걸쳐 일관되게 유효한 알파 소스로 작동하였다</a:t>
            </a:r>
            <a:r>
              <a:rPr lang="en-US" sz="10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0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특정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시기나 운에 의존하지 않는 구조적 우위를 확인했다.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221992"/>
            <a:ext cx="8138160" cy="11155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57200" y="2221992"/>
            <a:ext cx="64008" cy="1115568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94360" y="2542032"/>
            <a:ext cx="475488" cy="475488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94360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70432" y="2313432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쿨다운의 이중 효과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2679192"/>
            <a:ext cx="7223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최소 보유기간 4개월 설정 하나만으로 회전율을 29% 낮추면서 성과(CAGR)는 오히려 개선되는 이중 효과를 확인했다</a:t>
            </a:r>
            <a:r>
              <a:rPr lang="en-US" sz="10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0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복잡한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예측 모델 없이 단순한 구조적 제약만으로도 의미 있는 개선이 가능하다.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483864"/>
            <a:ext cx="8138160" cy="11155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57200" y="3483864"/>
            <a:ext cx="64008" cy="111556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594360" y="3803904"/>
            <a:ext cx="475488" cy="47548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594360" y="38039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70432" y="3575304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리스크 </a:t>
            </a:r>
            <a:r>
              <a:rPr lang="ko-KR" altLang="en-US" sz="13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제어</a:t>
            </a:r>
            <a:r>
              <a:rPr lang="en-US" sz="13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메커니즘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70432" y="3941064"/>
            <a:ext cx="7223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레짐 관리는 수익을 높이기 위한 도구가 아니라 최대 손실을 구조적으로 제한하기 위한 필수 안전장치다</a:t>
            </a:r>
            <a:r>
              <a:rPr lang="en-US" sz="10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00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MDD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-45.30% → -28.91%로 16.4%p 개선이 이를 증명한다.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알파카  |  쿨다운 모멘텀 기반 Top-N 리밸런싱 전략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7E466-0C43-AC8E-3134-6C3510804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58BA747-9F7B-D59B-99E7-CB14BB2D17FD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DBD0E4D-059E-21AF-1368-C1306C8EFFCE}"/>
              </a:ext>
            </a:extLst>
          </p:cNvPr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636EDB2-7BA3-4936-0055-EF7562B7B67E}"/>
              </a:ext>
            </a:extLst>
          </p:cNvPr>
          <p:cNvSpPr/>
          <p:nvPr/>
        </p:nvSpPr>
        <p:spPr>
          <a:xfrm>
            <a:off x="411480" y="16459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결론 및 한계점</a:t>
            </a:r>
            <a:endParaRPr lang="en-US" sz="2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E3F9E7A-5B7B-0074-C42E-7F65A64CEECC}"/>
              </a:ext>
            </a:extLst>
          </p:cNvPr>
          <p:cNvSpPr/>
          <p:nvPr/>
        </p:nvSpPr>
        <p:spPr>
          <a:xfrm>
            <a:off x="411480" y="56692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종합 평가와 솔직한 한계 인식</a:t>
            </a:r>
            <a:endParaRPr lang="en-US" sz="11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42B53E68-11B4-333E-9E6B-A150C4B6ACE6}"/>
              </a:ext>
            </a:extLst>
          </p:cNvPr>
          <p:cNvSpPr/>
          <p:nvPr/>
        </p:nvSpPr>
        <p:spPr>
          <a:xfrm>
            <a:off x="457200" y="914400"/>
            <a:ext cx="3931920" cy="32004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C609A5A-BE1C-8FE5-8DC2-36168E8887B0}"/>
              </a:ext>
            </a:extLst>
          </p:cNvPr>
          <p:cNvSpPr/>
          <p:nvPr/>
        </p:nvSpPr>
        <p:spPr>
          <a:xfrm>
            <a:off x="536257" y="859536"/>
            <a:ext cx="3931920" cy="32004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ko-KR" altLang="en-US" sz="10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 질문 별 </a:t>
            </a:r>
            <a:r>
              <a:rPr lang="en-US" sz="10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결론</a:t>
            </a:r>
            <a:endParaRPr lang="en-US" sz="105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E2993DCF-4A7B-620E-D55B-2111E32C09F6}"/>
              </a:ext>
            </a:extLst>
          </p:cNvPr>
          <p:cNvSpPr/>
          <p:nvPr/>
        </p:nvSpPr>
        <p:spPr>
          <a:xfrm>
            <a:off x="4663440" y="914400"/>
            <a:ext cx="4023360" cy="320040"/>
          </a:xfrm>
          <a:prstGeom prst="rect">
            <a:avLst/>
          </a:prstGeom>
          <a:solidFill>
            <a:srgbClr val="1A305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6B4A787-3C67-763F-600F-F36466CA0EEC}"/>
              </a:ext>
            </a:extLst>
          </p:cNvPr>
          <p:cNvSpPr/>
          <p:nvPr/>
        </p:nvSpPr>
        <p:spPr>
          <a:xfrm>
            <a:off x="4742497" y="859536"/>
            <a:ext cx="4023360" cy="32004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 한계점 및 향후 과제</a:t>
            </a:r>
            <a:endParaRPr lang="en-US" sz="105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ED72571A-3094-34EF-4BBF-C3E95CBAB4E2}"/>
              </a:ext>
            </a:extLst>
          </p:cNvPr>
          <p:cNvSpPr/>
          <p:nvPr/>
        </p:nvSpPr>
        <p:spPr>
          <a:xfrm>
            <a:off x="4663440" y="1298448"/>
            <a:ext cx="402336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1522E5AE-1090-D7B6-F336-B27C0D69A7F6}"/>
              </a:ext>
            </a:extLst>
          </p:cNvPr>
          <p:cNvSpPr/>
          <p:nvPr/>
        </p:nvSpPr>
        <p:spPr>
          <a:xfrm>
            <a:off x="4663440" y="1298448"/>
            <a:ext cx="54864" cy="8686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7DB411B-5FF0-9516-FF16-89427DFDA4EB}"/>
              </a:ext>
            </a:extLst>
          </p:cNvPr>
          <p:cNvSpPr/>
          <p:nvPr/>
        </p:nvSpPr>
        <p:spPr>
          <a:xfrm>
            <a:off x="4800600" y="13624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생존자 편향</a:t>
            </a:r>
            <a:endParaRPr lang="en-US" sz="105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6E120284-DF9D-B097-E1E9-4A629E37AA18}"/>
              </a:ext>
            </a:extLst>
          </p:cNvPr>
          <p:cNvSpPr/>
          <p:nvPr/>
        </p:nvSpPr>
        <p:spPr>
          <a:xfrm>
            <a:off x="4800600" y="162763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2023년 기준 고정 </a:t>
            </a:r>
            <a:r>
              <a:rPr lang="en-US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유니버스 사용 → </a:t>
            </a: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상장폐지·편출 종목 반영 안됨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과제: 동적 유니버스 갱신 적용</a:t>
            </a:r>
            <a:endParaRPr lang="en-US" sz="85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33CBDF51-E1DB-F862-73F5-C521CBCCB8D9}"/>
              </a:ext>
            </a:extLst>
          </p:cNvPr>
          <p:cNvSpPr/>
          <p:nvPr/>
        </p:nvSpPr>
        <p:spPr>
          <a:xfrm>
            <a:off x="4663440" y="2304288"/>
            <a:ext cx="402336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E4F8E3A9-0FA6-4615-1A57-56B38F6C33D6}"/>
              </a:ext>
            </a:extLst>
          </p:cNvPr>
          <p:cNvSpPr/>
          <p:nvPr/>
        </p:nvSpPr>
        <p:spPr>
          <a:xfrm>
            <a:off x="4663440" y="2304288"/>
            <a:ext cx="54864" cy="8686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DDB1C8E-EFA5-CE6C-2385-4278C72852E6}"/>
              </a:ext>
            </a:extLst>
          </p:cNvPr>
          <p:cNvSpPr/>
          <p:nvPr/>
        </p:nvSpPr>
        <p:spPr>
          <a:xfrm>
            <a:off x="4800600" y="236829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과최적화 위험</a:t>
            </a:r>
            <a:endParaRPr lang="en-US" sz="105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5FC290E6-28F9-B572-5D62-AE6839B726CF}"/>
              </a:ext>
            </a:extLst>
          </p:cNvPr>
          <p:cNvSpPr/>
          <p:nvPr/>
        </p:nvSpPr>
        <p:spPr>
          <a:xfrm>
            <a:off x="4800600" y="263347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7단계 순차적 </a:t>
            </a:r>
            <a:r>
              <a:rPr lang="en-US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파라미터 탐색 → </a:t>
            </a: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In-sample 과적합 가능성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과제: Out-of-sample 검증 필요</a:t>
            </a:r>
            <a:endParaRPr lang="en-US" sz="85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5A40B267-C23E-F5A4-CE26-F270DAE011AA}"/>
              </a:ext>
            </a:extLst>
          </p:cNvPr>
          <p:cNvSpPr/>
          <p:nvPr/>
        </p:nvSpPr>
        <p:spPr>
          <a:xfrm>
            <a:off x="4663440" y="3310128"/>
            <a:ext cx="402336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D06E5E1B-57A8-E32C-DB1F-326A8D199B8A}"/>
              </a:ext>
            </a:extLst>
          </p:cNvPr>
          <p:cNvSpPr/>
          <p:nvPr/>
        </p:nvSpPr>
        <p:spPr>
          <a:xfrm>
            <a:off x="4663440" y="3310128"/>
            <a:ext cx="54864" cy="8686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2EBDA2DC-0A1B-9092-8866-6AB7F6689FB3}"/>
              </a:ext>
            </a:extLst>
          </p:cNvPr>
          <p:cNvSpPr/>
          <p:nvPr/>
        </p:nvSpPr>
        <p:spPr>
          <a:xfrm>
            <a:off x="4800600" y="337413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비용 단순화</a:t>
            </a:r>
            <a:endParaRPr lang="en-US" sz="105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0A900E06-751B-CE1C-7E11-B0C44E607C1A}"/>
              </a:ext>
            </a:extLst>
          </p:cNvPr>
          <p:cNvSpPr/>
          <p:nvPr/>
        </p:nvSpPr>
        <p:spPr>
          <a:xfrm>
            <a:off x="4800600" y="363931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거래비용·슬리피지를 </a:t>
            </a:r>
            <a:r>
              <a:rPr lang="en-US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고정값 적용 → </a:t>
            </a: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시장 충격 미반영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과제: 규모별 슬리피지 모델링</a:t>
            </a:r>
            <a:endParaRPr lang="en-US" sz="850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C92D600D-B074-8A79-FDCA-B8F7B8D2717D}"/>
              </a:ext>
            </a:extLst>
          </p:cNvPr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BAFD45B7-60EF-3CDD-5FA9-922619E3981C}"/>
              </a:ext>
            </a:extLst>
          </p:cNvPr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알파카  |  쿨다운 모멘텀 기반 Top-N 리밸런싱 전략</a:t>
            </a:r>
            <a:endParaRPr lang="en-US" sz="800" dirty="0"/>
          </a:p>
        </p:txBody>
      </p:sp>
      <p:graphicFrame>
        <p:nvGraphicFramePr>
          <p:cNvPr id="33" name="표 32">
            <a:extLst>
              <a:ext uri="{FF2B5EF4-FFF2-40B4-BE49-F238E27FC236}">
                <a16:creationId xmlns:a16="http://schemas.microsoft.com/office/drawing/2014/main" id="{91AC9C62-F4B0-C22B-4A80-A83A64D6F8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1620022"/>
              </p:ext>
            </p:extLst>
          </p:nvPr>
        </p:nvGraphicFramePr>
        <p:xfrm>
          <a:off x="457200" y="1327437"/>
          <a:ext cx="3931920" cy="2129561"/>
        </p:xfrm>
        <a:graphic>
          <a:graphicData uri="http://schemas.openxmlformats.org/drawingml/2006/table">
            <a:tbl>
              <a:tblPr/>
              <a:tblGrid>
                <a:gridCol w="981075">
                  <a:extLst>
                    <a:ext uri="{9D8B030D-6E8A-4147-A177-3AD203B41FA5}">
                      <a16:colId xmlns:a16="http://schemas.microsoft.com/office/drawing/2014/main" val="2352969048"/>
                    </a:ext>
                  </a:extLst>
                </a:gridCol>
                <a:gridCol w="2950845">
                  <a:extLst>
                    <a:ext uri="{9D8B030D-6E8A-4147-A177-3AD203B41FA5}">
                      <a16:colId xmlns:a16="http://schemas.microsoft.com/office/drawing/2014/main" val="2921960298"/>
                    </a:ext>
                  </a:extLst>
                </a:gridCol>
              </a:tblGrid>
              <a:tr h="28705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85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검증 질문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85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결론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283138"/>
                  </a:ext>
                </a:extLst>
              </a:tr>
              <a:tr h="92591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5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Q1.</a:t>
                      </a:r>
                    </a:p>
                    <a:p>
                      <a:pPr algn="l" fontAlgn="ctr">
                        <a:buNone/>
                      </a:pPr>
                      <a:r>
                        <a:rPr lang="ko-KR" altLang="en-US" sz="85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쿨다운 제약은</a:t>
                      </a:r>
                      <a:endParaRPr lang="en-US" altLang="ko-KR" sz="85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85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어떤 구조적 영향을 미치는가</a:t>
                      </a:r>
                      <a:r>
                        <a:rPr lang="en-US" altLang="ko-KR" sz="85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?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쿨다운</a:t>
                      </a:r>
                      <a:r>
                        <a:rPr lang="en-US" altLang="ko-KR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최소 보유기간</a:t>
                      </a:r>
                      <a:r>
                        <a:rPr lang="en-US" altLang="ko-KR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) </a:t>
                      </a:r>
                      <a:r>
                        <a:rPr lang="ko-KR" altLang="en-US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제약은 회전율을 약 </a:t>
                      </a:r>
                      <a:r>
                        <a:rPr lang="en-US" altLang="ko-KR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29% </a:t>
                      </a:r>
                      <a:r>
                        <a:rPr lang="ko-KR" altLang="en-US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감소시키면서도</a:t>
                      </a:r>
                      <a:r>
                        <a:rPr lang="en-US" altLang="ko-KR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,</a:t>
                      </a:r>
                    </a:p>
                    <a:p>
                      <a:pPr algn="l" fontAlgn="ctr">
                        <a:buNone/>
                      </a:pPr>
                      <a:r>
                        <a:rPr lang="ko-KR" altLang="en-US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중기 모멘텀의 유효 구간 내 보유를 강제함으로써 </a:t>
                      </a:r>
                      <a:endParaRPr lang="en-US" altLang="ko-KR" sz="800" b="1" i="0" u="none" strike="noStrike">
                        <a:solidFill>
                          <a:srgbClr val="475569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성과</a:t>
                      </a:r>
                      <a:r>
                        <a:rPr lang="en-US" altLang="ko-KR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(Sharpe)</a:t>
                      </a:r>
                      <a:r>
                        <a:rPr lang="ko-KR" altLang="en-US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와 위험조정 수익률</a:t>
                      </a:r>
                      <a:r>
                        <a:rPr lang="en-US" altLang="ko-KR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(Calmar)</a:t>
                      </a:r>
                      <a:r>
                        <a:rPr lang="ko-KR" altLang="en-US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를 동시에 개선하는</a:t>
                      </a:r>
                      <a:endParaRPr lang="en-US" altLang="ko-KR" sz="800" b="1" i="0" u="none" strike="noStrike">
                        <a:solidFill>
                          <a:srgbClr val="475569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구조적 효과를 보였다</a:t>
                      </a:r>
                      <a:r>
                        <a:rPr lang="en-US" altLang="ko-KR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. </a:t>
                      </a:r>
                    </a:p>
                    <a:p>
                      <a:pPr algn="l" fontAlgn="ctr">
                        <a:buNone/>
                      </a:pPr>
                      <a:r>
                        <a:rPr lang="ko-KR" altLang="en-US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다만 과도한 쿨다운</a:t>
                      </a:r>
                      <a:r>
                        <a:rPr lang="en-US" altLang="ko-KR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(9</a:t>
                      </a:r>
                      <a:r>
                        <a:rPr lang="ko-KR" altLang="en-US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개월 이상</a:t>
                      </a:r>
                      <a:r>
                        <a:rPr lang="en-US" altLang="ko-KR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)</a:t>
                      </a:r>
                      <a:r>
                        <a:rPr lang="ko-KR" altLang="en-US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은 성과 저하를 초래하여</a:t>
                      </a:r>
                      <a:r>
                        <a:rPr lang="en-US" altLang="ko-KR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, </a:t>
                      </a:r>
                    </a:p>
                    <a:p>
                      <a:pPr algn="l" fontAlgn="ctr">
                        <a:buNone/>
                      </a:pPr>
                      <a:r>
                        <a:rPr lang="en-US" altLang="ko-KR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4</a:t>
                      </a:r>
                      <a:r>
                        <a:rPr lang="ko-KR" altLang="en-US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개월 구간에서 최적의 균형점이 확인되었다</a:t>
                      </a:r>
                      <a:r>
                        <a:rPr lang="en-US" altLang="ko-KR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.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0237819"/>
                  </a:ext>
                </a:extLst>
              </a:tr>
              <a:tr h="9165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5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Q2.</a:t>
                      </a:r>
                    </a:p>
                    <a:p>
                      <a:pPr algn="l" fontAlgn="ctr">
                        <a:buNone/>
                      </a:pPr>
                      <a:r>
                        <a:rPr lang="ko-KR" altLang="en-US" sz="85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단순한 운용 구조 개선만으로 알파가 가능한가</a:t>
                      </a:r>
                      <a:r>
                        <a:rPr lang="en-US" altLang="ko-KR" sz="85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?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새로운 예측 신호 없이도</a:t>
                      </a:r>
                      <a:r>
                        <a:rPr lang="en-US" altLang="ko-KR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기존 모멘텀 팩터에 운용 제약 </a:t>
                      </a:r>
                      <a:r>
                        <a:rPr lang="en-US" altLang="ko-KR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쿨다운</a:t>
                      </a:r>
                      <a:r>
                        <a:rPr lang="en-US" altLang="ko-KR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·</a:t>
                      </a:r>
                      <a:r>
                        <a:rPr lang="ko-KR" altLang="en-US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레짐 관리</a:t>
                      </a:r>
                      <a:r>
                        <a:rPr lang="en-US" altLang="ko-KR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)</a:t>
                      </a:r>
                      <a:r>
                        <a:rPr lang="ko-KR" altLang="en-US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 을 결합하는 것만으로 </a:t>
                      </a:r>
                      <a:endParaRPr lang="en-US" altLang="ko-KR" sz="800" b="1" i="0" u="none" strike="noStrike">
                        <a:solidFill>
                          <a:srgbClr val="475569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en-US" altLang="ko-KR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12</a:t>
                      </a:r>
                      <a:r>
                        <a:rPr lang="ko-KR" altLang="en-US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년 장기 백테스트에서 일관된 성과와 리스크 개선을 달성했다</a:t>
                      </a:r>
                      <a:r>
                        <a:rPr lang="en-US" altLang="ko-KR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.</a:t>
                      </a:r>
                    </a:p>
                    <a:p>
                      <a:pPr algn="l" fontAlgn="ctr">
                        <a:buNone/>
                      </a:pPr>
                      <a:r>
                        <a:rPr lang="ko-KR" altLang="en-US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이는 알파가 신호 자체가 아닌 운용 구조에서 발생할 수 있음을</a:t>
                      </a:r>
                      <a:endParaRPr lang="en-US" altLang="ko-KR" sz="800" b="1" i="0" u="none" strike="noStrike">
                        <a:solidFill>
                          <a:srgbClr val="475569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  <a:p>
                      <a:pPr algn="l" fontAlgn="ctr">
                        <a:buNone/>
                      </a:pPr>
                      <a:r>
                        <a:rPr lang="ko-KR" altLang="en-US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시사한다</a:t>
                      </a:r>
                      <a:r>
                        <a:rPr lang="en-US" altLang="ko-KR" sz="800" b="1" i="0" u="none" strike="noStrike">
                          <a:solidFill>
                            <a:srgbClr val="475569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.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719725"/>
                  </a:ext>
                </a:extLst>
              </a:tr>
            </a:tbl>
          </a:graphicData>
        </a:graphic>
      </p:graphicFrame>
      <p:sp>
        <p:nvSpPr>
          <p:cNvPr id="34" name="Shape 24">
            <a:extLst>
              <a:ext uri="{FF2B5EF4-FFF2-40B4-BE49-F238E27FC236}">
                <a16:creationId xmlns:a16="http://schemas.microsoft.com/office/drawing/2014/main" id="{2C814B3F-9D1C-22B3-F70D-81E742B10EB7}"/>
              </a:ext>
            </a:extLst>
          </p:cNvPr>
          <p:cNvSpPr/>
          <p:nvPr/>
        </p:nvSpPr>
        <p:spPr>
          <a:xfrm>
            <a:off x="457200" y="3310128"/>
            <a:ext cx="3843338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5">
            <a:extLst>
              <a:ext uri="{FF2B5EF4-FFF2-40B4-BE49-F238E27FC236}">
                <a16:creationId xmlns:a16="http://schemas.microsoft.com/office/drawing/2014/main" id="{E31FC118-7F8B-A374-21C1-EBFB26A48337}"/>
              </a:ext>
            </a:extLst>
          </p:cNvPr>
          <p:cNvSpPr/>
          <p:nvPr/>
        </p:nvSpPr>
        <p:spPr>
          <a:xfrm>
            <a:off x="457200" y="3310128"/>
            <a:ext cx="54864" cy="86868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6">
            <a:extLst>
              <a:ext uri="{FF2B5EF4-FFF2-40B4-BE49-F238E27FC236}">
                <a16:creationId xmlns:a16="http://schemas.microsoft.com/office/drawing/2014/main" id="{90E051EF-BF7C-4002-6CA3-A623539BBCB4}"/>
              </a:ext>
            </a:extLst>
          </p:cNvPr>
          <p:cNvSpPr/>
          <p:nvPr/>
        </p:nvSpPr>
        <p:spPr>
          <a:xfrm>
            <a:off x="594360" y="337413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5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종합적 결론</a:t>
            </a:r>
            <a:endParaRPr lang="en-US" sz="1050" dirty="0"/>
          </a:p>
        </p:txBody>
      </p:sp>
      <p:sp>
        <p:nvSpPr>
          <p:cNvPr id="37" name="Text 27">
            <a:extLst>
              <a:ext uri="{FF2B5EF4-FFF2-40B4-BE49-F238E27FC236}">
                <a16:creationId xmlns:a16="http://schemas.microsoft.com/office/drawing/2014/main" id="{8A292107-1FEF-B041-5BE4-584DE48CCA01}"/>
              </a:ext>
            </a:extLst>
          </p:cNvPr>
          <p:cNvSpPr/>
          <p:nvPr/>
        </p:nvSpPr>
        <p:spPr>
          <a:xfrm>
            <a:off x="594360" y="363931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altLang="ko-KR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ko-KR" altLang="en-US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모멘텀 전략은 한국 시장에서도 유효하다</a:t>
            </a:r>
            <a:r>
              <a:rPr lang="en-US" altLang="ko-KR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altLang="ko-KR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ko-KR" altLang="en-US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알파의 지속성은 운용 구조의 안정성에 크게 좌우된다</a:t>
            </a:r>
            <a:r>
              <a:rPr lang="en-US" altLang="ko-KR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altLang="ko-KR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ko-KR" altLang="en-US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리스크 관리는 장기적으로 성과를 가능하게 하는 전제 조건이다</a:t>
            </a:r>
            <a:r>
              <a:rPr lang="en-US" altLang="ko-KR" sz="85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</p:txBody>
      </p:sp>
      <p:sp>
        <p:nvSpPr>
          <p:cNvPr id="8" name="Text 27">
            <a:extLst>
              <a:ext uri="{FF2B5EF4-FFF2-40B4-BE49-F238E27FC236}">
                <a16:creationId xmlns:a16="http://schemas.microsoft.com/office/drawing/2014/main" id="{C1A0E302-B6F1-4612-6EF7-572D5384B433}"/>
              </a:ext>
            </a:extLst>
          </p:cNvPr>
          <p:cNvSpPr/>
          <p:nvPr/>
        </p:nvSpPr>
        <p:spPr>
          <a:xfrm>
            <a:off x="2239557" y="4274820"/>
            <a:ext cx="466488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ko-KR" altLang="en-US" sz="1000" b="1">
                <a:latin typeface="Calibri" pitchFamily="34" charset="0"/>
                <a:ea typeface="Calibri" pitchFamily="34" charset="-122"/>
                <a:cs typeface="Calibri" pitchFamily="34" charset="-120"/>
              </a:rPr>
              <a:t>무엇을 예측할 것인가 보다</a:t>
            </a:r>
            <a:r>
              <a:rPr lang="en-US" altLang="ko-KR" sz="1000" b="1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ko-KR" altLang="en-US" sz="1000" b="1">
                <a:latin typeface="Calibri" pitchFamily="34" charset="0"/>
                <a:ea typeface="Calibri" pitchFamily="34" charset="-122"/>
                <a:cs typeface="Calibri" pitchFamily="34" charset="-120"/>
              </a:rPr>
              <a:t>어떻게 운용할 것인가 가 </a:t>
            </a:r>
            <a:endParaRPr lang="en-US" altLang="ko-KR" sz="1000" b="1"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ko-KR" altLang="en-US" sz="1000" b="1">
                <a:latin typeface="Calibri" pitchFamily="34" charset="0"/>
                <a:ea typeface="Calibri" pitchFamily="34" charset="-122"/>
                <a:cs typeface="Calibri" pitchFamily="34" charset="-120"/>
              </a:rPr>
              <a:t>알파의 지속성을 결정할 수 있다</a:t>
            </a:r>
            <a:r>
              <a:rPr lang="en-US" altLang="ko-KR" sz="1000" b="1"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b="1" dirty="0"/>
          </a:p>
        </p:txBody>
      </p:sp>
    </p:spTree>
    <p:extLst>
      <p:ext uri="{BB962C8B-B14F-4D97-AF65-F5344CB8AC3E}">
        <p14:creationId xmlns:p14="http://schemas.microsoft.com/office/powerpoint/2010/main" val="7863865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F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" cy="51435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371600" y="73152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1371600" y="19202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371600" y="2487168"/>
            <a:ext cx="2743200" cy="45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371600" y="265176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알파카  |  1조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3566160"/>
            <a:ext cx="1138238" cy="1097280"/>
          </a:xfrm>
          <a:prstGeom prst="rect">
            <a:avLst/>
          </a:prstGeom>
          <a:solidFill>
            <a:srgbClr val="1A305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371600" y="3566160"/>
            <a:ext cx="45720" cy="109728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463040" y="37033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21.27%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63040" y="422452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610988" y="3566160"/>
            <a:ext cx="1138238" cy="1097280"/>
          </a:xfrm>
          <a:prstGeom prst="rect">
            <a:avLst/>
          </a:prstGeom>
          <a:solidFill>
            <a:srgbClr val="1A305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610988" y="3566160"/>
            <a:ext cx="45720" cy="109728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702428" y="37033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-28.91%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702428" y="422452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855136" y="3566160"/>
            <a:ext cx="1138238" cy="1097280"/>
          </a:xfrm>
          <a:prstGeom prst="rect">
            <a:avLst/>
          </a:prstGeom>
          <a:solidFill>
            <a:srgbClr val="1A305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3855136" y="3566160"/>
            <a:ext cx="45720" cy="109728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3946576" y="37033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946576" y="422452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89760" y="3566160"/>
            <a:ext cx="1138238" cy="1097280"/>
          </a:xfrm>
          <a:prstGeom prst="rect">
            <a:avLst/>
          </a:prstGeom>
          <a:solidFill>
            <a:srgbClr val="1A305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5089760" y="3566160"/>
            <a:ext cx="45720" cy="109728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5181200" y="37033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0.736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181200" y="422452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Calmar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333910" y="3566160"/>
            <a:ext cx="1138238" cy="1097280"/>
          </a:xfrm>
          <a:prstGeom prst="rect">
            <a:avLst/>
          </a:prstGeom>
          <a:solidFill>
            <a:srgbClr val="1A305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333910" y="3566160"/>
            <a:ext cx="45720" cy="109728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425350" y="37033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4.49x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25350" y="422452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회전율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587587" y="3566160"/>
            <a:ext cx="1138238" cy="1097280"/>
          </a:xfrm>
          <a:prstGeom prst="rect">
            <a:avLst/>
          </a:prstGeom>
          <a:solidFill>
            <a:srgbClr val="1A305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7587587" y="3566160"/>
            <a:ext cx="45720" cy="109728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7679027" y="37033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12Y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679027" y="422452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검증기간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0080" y="4846320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백테스트 기간: 2013.12 ~ 2025.12  |  코스피 시가총액 Top 200  |  쿨다운 최소 보유기간 4개월  |  스트레스 레짐 Exposure 50%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370</TotalTime>
  <Words>3742</Words>
  <Application>Microsoft Office PowerPoint</Application>
  <PresentationFormat>화면 슬라이드 쇼(16:9)</PresentationFormat>
  <Paragraphs>1112</Paragraphs>
  <Slides>26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0" baseType="lpstr">
      <vt:lpstr>Arial</vt:lpstr>
      <vt:lpstr>Calibri</vt:lpstr>
      <vt:lpstr>Segoe UI Emoji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알파 탐색을 위한 투자 인디케이터 개발</dc:title>
  <dc:subject>PptxGenJS Presentation</dc:subject>
  <dc:creator>팀 알파카</dc:creator>
  <cp:lastModifiedBy>동호 김</cp:lastModifiedBy>
  <cp:revision>12</cp:revision>
  <cp:lastPrinted>2026-02-18T17:16:24Z</cp:lastPrinted>
  <dcterms:created xsi:type="dcterms:W3CDTF">2026-02-18T10:34:47Z</dcterms:created>
  <dcterms:modified xsi:type="dcterms:W3CDTF">2026-02-18T17:20:13Z</dcterms:modified>
</cp:coreProperties>
</file>