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1" r:id="rId15"/>
    <p:sldId id="282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3" r:id="rId26"/>
    <p:sldId id="280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3C7"/>
    <a:srgbClr val="FCA5A5"/>
    <a:srgbClr val="10B981"/>
    <a:srgbClr val="475569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1DC830-1B05-43AF-894A-8453E182FAAE}" v="589" dt="2026-02-19T01:35:26.4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호 김" userId="7139bc9231f6643b" providerId="LiveId" clId="{86CB3240-798F-4938-8840-A4DE260C19AE}"/>
    <pc:docChg chg="undo custSel addSld delSld modSld">
      <pc:chgData name="동호 김" userId="7139bc9231f6643b" providerId="LiveId" clId="{86CB3240-798F-4938-8840-A4DE260C19AE}" dt="2026-02-19T01:35:26.451" v="2127" actId="14100"/>
      <pc:docMkLst>
        <pc:docMk/>
      </pc:docMkLst>
      <pc:sldChg chg="modSp mod">
        <pc:chgData name="동호 김" userId="7139bc9231f6643b" providerId="LiveId" clId="{86CB3240-798F-4938-8840-A4DE260C19AE}" dt="2026-02-19T00:19:41.371" v="1679" actId="1076"/>
        <pc:sldMkLst>
          <pc:docMk/>
          <pc:sldMk cId="0" sldId="257"/>
        </pc:sldMkLst>
        <pc:spChg chg="mod">
          <ac:chgData name="동호 김" userId="7139bc9231f6643b" providerId="LiveId" clId="{86CB3240-798F-4938-8840-A4DE260C19AE}" dt="2026-02-19T00:19:41.371" v="1679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동호 김" userId="7139bc9231f6643b" providerId="LiveId" clId="{86CB3240-798F-4938-8840-A4DE260C19AE}" dt="2026-02-19T00:19:41.371" v="1679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동호 김" userId="7139bc9231f6643b" providerId="LiveId" clId="{86CB3240-798F-4938-8840-A4DE260C19AE}" dt="2026-02-19T00:19:41.371" v="1679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동호 김" userId="7139bc9231f6643b" providerId="LiveId" clId="{86CB3240-798F-4938-8840-A4DE260C19AE}" dt="2026-02-19T00:19:41.371" v="1679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동호 김" userId="7139bc9231f6643b" providerId="LiveId" clId="{86CB3240-798F-4938-8840-A4DE260C19AE}" dt="2026-02-19T00:19:41.371" v="1679" actId="1076"/>
          <ac:spMkLst>
            <pc:docMk/>
            <pc:sldMk cId="0" sldId="257"/>
            <ac:spMk id="34" creationId="{00000000-0000-0000-0000-000000000000}"/>
          </ac:spMkLst>
        </pc:spChg>
      </pc:sldChg>
      <pc:sldChg chg="modSp mod">
        <pc:chgData name="동호 김" userId="7139bc9231f6643b" providerId="LiveId" clId="{86CB3240-798F-4938-8840-A4DE260C19AE}" dt="2026-02-18T13:51:56.804" v="309" actId="20577"/>
        <pc:sldMkLst>
          <pc:docMk/>
          <pc:sldMk cId="0" sldId="259"/>
        </pc:sldMkLst>
        <pc:spChg chg="mod">
          <ac:chgData name="동호 김" userId="7139bc9231f6643b" providerId="LiveId" clId="{86CB3240-798F-4938-8840-A4DE260C19AE}" dt="2026-02-18T13:51:56.804" v="309" actId="20577"/>
          <ac:spMkLst>
            <pc:docMk/>
            <pc:sldMk cId="0" sldId="259"/>
            <ac:spMk id="26" creationId="{00000000-0000-0000-0000-000000000000}"/>
          </ac:spMkLst>
        </pc:spChg>
      </pc:sldChg>
      <pc:sldChg chg="modSp mod">
        <pc:chgData name="동호 김" userId="7139bc9231f6643b" providerId="LiveId" clId="{86CB3240-798F-4938-8840-A4DE260C19AE}" dt="2026-02-18T14:41:08.049" v="535" actId="404"/>
        <pc:sldMkLst>
          <pc:docMk/>
          <pc:sldMk cId="0" sldId="260"/>
        </pc:sldMkLst>
        <pc:spChg chg="mod">
          <ac:chgData name="동호 김" userId="7139bc9231f6643b" providerId="LiveId" clId="{86CB3240-798F-4938-8840-A4DE260C19AE}" dt="2026-02-18T14:39:39.709" v="475"/>
          <ac:spMkLst>
            <pc:docMk/>
            <pc:sldMk cId="0" sldId="260"/>
            <ac:spMk id="4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52.586" v="452" actId="1035"/>
          <ac:spMkLst>
            <pc:docMk/>
            <pc:sldMk cId="0" sldId="260"/>
            <ac:spMk id="6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52.586" v="452" actId="1035"/>
          <ac:spMkLst>
            <pc:docMk/>
            <pc:sldMk cId="0" sldId="260"/>
            <ac:spMk id="9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52.586" v="452" actId="103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52.586" v="452" actId="103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52.586" v="452" actId="103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52.586" v="452" actId="103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52.586" v="452" actId="1035"/>
          <ac:spMkLst>
            <pc:docMk/>
            <pc:sldMk cId="0" sldId="260"/>
            <ac:spMk id="18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52.586" v="452" actId="103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52.586" v="452" actId="1035"/>
          <ac:spMkLst>
            <pc:docMk/>
            <pc:sldMk cId="0" sldId="260"/>
            <ac:spMk id="20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52.586" v="452" actId="103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동호 김" userId="7139bc9231f6643b" providerId="LiveId" clId="{86CB3240-798F-4938-8840-A4DE260C19AE}" dt="2026-02-18T14:20:48.882" v="44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43.100" v="444" actId="1410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동호 김" userId="7139bc9231f6643b" providerId="LiveId" clId="{86CB3240-798F-4938-8840-A4DE260C19AE}" dt="2026-02-18T14:40:45.075" v="533" actId="242"/>
          <ac:spMkLst>
            <pc:docMk/>
            <pc:sldMk cId="0" sldId="260"/>
            <ac:spMk id="26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43.100" v="444" actId="14100"/>
          <ac:spMkLst>
            <pc:docMk/>
            <pc:sldMk cId="0" sldId="260"/>
            <ac:spMk id="27" creationId="{00000000-0000-0000-0000-000000000000}"/>
          </ac:spMkLst>
        </pc:spChg>
        <pc:spChg chg="mod">
          <ac:chgData name="동호 김" userId="7139bc9231f6643b" providerId="LiveId" clId="{86CB3240-798F-4938-8840-A4DE260C19AE}" dt="2026-02-18T14:40:45.075" v="533" actId="242"/>
          <ac:spMkLst>
            <pc:docMk/>
            <pc:sldMk cId="0" sldId="260"/>
            <ac:spMk id="29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43.100" v="444" actId="14100"/>
          <ac:spMkLst>
            <pc:docMk/>
            <pc:sldMk cId="0" sldId="260"/>
            <ac:spMk id="30" creationId="{00000000-0000-0000-0000-000000000000}"/>
          </ac:spMkLst>
        </pc:spChg>
        <pc:spChg chg="mod">
          <ac:chgData name="동호 김" userId="7139bc9231f6643b" providerId="LiveId" clId="{86CB3240-798F-4938-8840-A4DE260C19AE}" dt="2026-02-18T14:41:08.049" v="535" actId="404"/>
          <ac:spMkLst>
            <pc:docMk/>
            <pc:sldMk cId="0" sldId="260"/>
            <ac:spMk id="32" creationId="{00000000-0000-0000-0000-000000000000}"/>
          </ac:spMkLst>
        </pc:spChg>
        <pc:spChg chg="mod">
          <ac:chgData name="동호 김" userId="7139bc9231f6643b" providerId="LiveId" clId="{86CB3240-798F-4938-8840-A4DE260C19AE}" dt="2026-02-18T14:38:43.100" v="444" actId="14100"/>
          <ac:spMkLst>
            <pc:docMk/>
            <pc:sldMk cId="0" sldId="260"/>
            <ac:spMk id="33" creationId="{00000000-0000-0000-0000-000000000000}"/>
          </ac:spMkLst>
        </pc:spChg>
        <pc:spChg chg="mod">
          <ac:chgData name="동호 김" userId="7139bc9231f6643b" providerId="LiveId" clId="{86CB3240-798F-4938-8840-A4DE260C19AE}" dt="2026-02-18T14:40:45.075" v="533" actId="242"/>
          <ac:spMkLst>
            <pc:docMk/>
            <pc:sldMk cId="0" sldId="260"/>
            <ac:spMk id="35" creationId="{00000000-0000-0000-0000-000000000000}"/>
          </ac:spMkLst>
        </pc:spChg>
      </pc:sldChg>
      <pc:sldChg chg="modSp mod">
        <pc:chgData name="동호 김" userId="7139bc9231f6643b" providerId="LiveId" clId="{86CB3240-798F-4938-8840-A4DE260C19AE}" dt="2026-02-18T14:45:07.949" v="563" actId="6549"/>
        <pc:sldMkLst>
          <pc:docMk/>
          <pc:sldMk cId="0" sldId="261"/>
        </pc:sldMkLst>
        <pc:spChg chg="mod">
          <ac:chgData name="동호 김" userId="7139bc9231f6643b" providerId="LiveId" clId="{86CB3240-798F-4938-8840-A4DE260C19AE}" dt="2026-02-18T14:45:07.949" v="563" actId="6549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동호 김" userId="7139bc9231f6643b" providerId="LiveId" clId="{86CB3240-798F-4938-8840-A4DE260C19AE}" dt="2026-02-18T14:47:54.752" v="570"/>
        <pc:sldMkLst>
          <pc:docMk/>
          <pc:sldMk cId="0" sldId="263"/>
        </pc:sldMkLst>
        <pc:spChg chg="mod">
          <ac:chgData name="동호 김" userId="7139bc9231f6643b" providerId="LiveId" clId="{86CB3240-798F-4938-8840-A4DE260C19AE}" dt="2026-02-18T14:47:54.752" v="570"/>
          <ac:spMkLst>
            <pc:docMk/>
            <pc:sldMk cId="0" sldId="263"/>
            <ac:spMk id="27" creationId="{00000000-0000-0000-0000-000000000000}"/>
          </ac:spMkLst>
        </pc:spChg>
      </pc:sldChg>
      <pc:sldChg chg="modSp mod">
        <pc:chgData name="동호 김" userId="7139bc9231f6643b" providerId="LiveId" clId="{86CB3240-798F-4938-8840-A4DE260C19AE}" dt="2026-02-18T14:50:58.960" v="596" actId="20577"/>
        <pc:sldMkLst>
          <pc:docMk/>
          <pc:sldMk cId="0" sldId="264"/>
        </pc:sldMkLst>
        <pc:spChg chg="mod">
          <ac:chgData name="동호 김" userId="7139bc9231f6643b" providerId="LiveId" clId="{86CB3240-798F-4938-8840-A4DE260C19AE}" dt="2026-02-18T14:12:37.771" v="435"/>
          <ac:spMkLst>
            <pc:docMk/>
            <pc:sldMk cId="0" sldId="264"/>
            <ac:spMk id="7" creationId="{00000000-0000-0000-0000-000000000000}"/>
          </ac:spMkLst>
        </pc:spChg>
        <pc:spChg chg="mod">
          <ac:chgData name="동호 김" userId="7139bc9231f6643b" providerId="LiveId" clId="{86CB3240-798F-4938-8840-A4DE260C19AE}" dt="2026-02-18T14:50:46.228" v="578" actId="6549"/>
          <ac:spMkLst>
            <pc:docMk/>
            <pc:sldMk cId="0" sldId="264"/>
            <ac:spMk id="15" creationId="{00000000-0000-0000-0000-000000000000}"/>
          </ac:spMkLst>
        </pc:spChg>
        <pc:spChg chg="mod">
          <ac:chgData name="동호 김" userId="7139bc9231f6643b" providerId="LiveId" clId="{86CB3240-798F-4938-8840-A4DE260C19AE}" dt="2026-02-18T14:50:58.960" v="596" actId="20577"/>
          <ac:spMkLst>
            <pc:docMk/>
            <pc:sldMk cId="0" sldId="264"/>
            <ac:spMk id="21" creationId="{00000000-0000-0000-0000-000000000000}"/>
          </ac:spMkLst>
        </pc:spChg>
      </pc:sldChg>
      <pc:sldChg chg="modSp mod">
        <pc:chgData name="동호 김" userId="7139bc9231f6643b" providerId="LiveId" clId="{86CB3240-798F-4938-8840-A4DE260C19AE}" dt="2026-02-19T00:26:43.208" v="1769" actId="20577"/>
        <pc:sldMkLst>
          <pc:docMk/>
          <pc:sldMk cId="0" sldId="265"/>
        </pc:sldMkLst>
        <pc:spChg chg="mod">
          <ac:chgData name="동호 김" userId="7139bc9231f6643b" providerId="LiveId" clId="{86CB3240-798F-4938-8840-A4DE260C19AE}" dt="2026-02-18T13:23:42.588" v="1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동호 김" userId="7139bc9231f6643b" providerId="LiveId" clId="{86CB3240-798F-4938-8840-A4DE260C19AE}" dt="2026-02-18T13:24:12.940" v="58" actId="20577"/>
          <ac:spMkLst>
            <pc:docMk/>
            <pc:sldMk cId="0" sldId="265"/>
            <ac:spMk id="16" creationId="{00000000-0000-0000-0000-000000000000}"/>
          </ac:spMkLst>
        </pc:spChg>
        <pc:graphicFrameChg chg="modGraphic">
          <ac:chgData name="동호 김" userId="7139bc9231f6643b" providerId="LiveId" clId="{86CB3240-798F-4938-8840-A4DE260C19AE}" dt="2026-02-19T00:26:43.208" v="1769" actId="20577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 mod">
        <pc:chgData name="동호 김" userId="7139bc9231f6643b" providerId="LiveId" clId="{86CB3240-798F-4938-8840-A4DE260C19AE}" dt="2026-02-19T00:27:02.601" v="1776" actId="20577"/>
        <pc:sldMkLst>
          <pc:docMk/>
          <pc:sldMk cId="0" sldId="266"/>
        </pc:sldMkLst>
        <pc:spChg chg="mod">
          <ac:chgData name="동호 김" userId="7139bc9231f6643b" providerId="LiveId" clId="{86CB3240-798F-4938-8840-A4DE260C19AE}" dt="2026-02-19T00:24:49.383" v="1762"/>
          <ac:spMkLst>
            <pc:docMk/>
            <pc:sldMk cId="0" sldId="266"/>
            <ac:spMk id="5" creationId="{00000000-0000-0000-0000-000000000000}"/>
          </ac:spMkLst>
        </pc:spChg>
        <pc:spChg chg="mod">
          <ac:chgData name="동호 김" userId="7139bc9231f6643b" providerId="LiveId" clId="{86CB3240-798F-4938-8840-A4DE260C19AE}" dt="2026-02-18T15:01:46.709" v="636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동호 김" userId="7139bc9231f6643b" providerId="LiveId" clId="{86CB3240-798F-4938-8840-A4DE260C19AE}" dt="2026-02-18T13:25:53.249" v="64" actId="14100"/>
          <ac:spMkLst>
            <pc:docMk/>
            <pc:sldMk cId="0" sldId="266"/>
            <ac:spMk id="10" creationId="{00000000-0000-0000-0000-000000000000}"/>
          </ac:spMkLst>
        </pc:spChg>
        <pc:graphicFrameChg chg="modGraphic">
          <ac:chgData name="동호 김" userId="7139bc9231f6643b" providerId="LiveId" clId="{86CB3240-798F-4938-8840-A4DE260C19AE}" dt="2026-02-19T00:27:02.601" v="1776" actId="20577"/>
          <ac:graphicFrameMkLst>
            <pc:docMk/>
            <pc:sldMk cId="0" sldId="266"/>
            <ac:graphicFrameMk id="12" creationId="{00000000-0000-0000-0000-000000000000}"/>
          </ac:graphicFrameMkLst>
        </pc:graphicFrameChg>
      </pc:sldChg>
      <pc:sldChg chg="modSp mod">
        <pc:chgData name="동호 김" userId="7139bc9231f6643b" providerId="LiveId" clId="{86CB3240-798F-4938-8840-A4DE260C19AE}" dt="2026-02-19T00:30:27.796" v="1824" actId="21"/>
        <pc:sldMkLst>
          <pc:docMk/>
          <pc:sldMk cId="0" sldId="267"/>
        </pc:sldMkLst>
        <pc:spChg chg="mod">
          <ac:chgData name="동호 김" userId="7139bc9231f6643b" providerId="LiveId" clId="{86CB3240-798F-4938-8840-A4DE260C19AE}" dt="2026-02-19T00:30:27.796" v="1824" actId="21"/>
          <ac:spMkLst>
            <pc:docMk/>
            <pc:sldMk cId="0" sldId="267"/>
            <ac:spMk id="5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3:37.224" v="99"/>
          <ac:spMkLst>
            <pc:docMk/>
            <pc:sldMk cId="0" sldId="267"/>
            <ac:spMk id="16" creationId="{00000000-0000-0000-0000-000000000000}"/>
          </ac:spMkLst>
        </pc:spChg>
      </pc:sldChg>
      <pc:sldChg chg="modSp mod">
        <pc:chgData name="동호 김" userId="7139bc9231f6643b" providerId="LiveId" clId="{86CB3240-798F-4938-8840-A4DE260C19AE}" dt="2026-02-19T00:32:15.024" v="1910"/>
        <pc:sldMkLst>
          <pc:docMk/>
          <pc:sldMk cId="0" sldId="268"/>
        </pc:sldMkLst>
        <pc:spChg chg="mod">
          <ac:chgData name="동호 김" userId="7139bc9231f6643b" providerId="LiveId" clId="{86CB3240-798F-4938-8840-A4DE260C19AE}" dt="2026-02-19T00:32:15.024" v="1910"/>
          <ac:spMkLst>
            <pc:docMk/>
            <pc:sldMk cId="0" sldId="268"/>
            <ac:spMk id="5" creationId="{00000000-0000-0000-0000-000000000000}"/>
          </ac:spMkLst>
        </pc:spChg>
        <pc:spChg chg="mod">
          <ac:chgData name="동호 김" userId="7139bc9231f6643b" providerId="LiveId" clId="{86CB3240-798F-4938-8840-A4DE260C19AE}" dt="2026-02-18T13:46:54.043" v="223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동호 김" userId="7139bc9231f6643b" providerId="LiveId" clId="{86CB3240-798F-4938-8840-A4DE260C19AE}" dt="2026-02-18T13:46:54.043" v="223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동호 김" userId="7139bc9231f6643b" providerId="LiveId" clId="{86CB3240-798F-4938-8840-A4DE260C19AE}" dt="2026-02-18T13:46:54.043" v="223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동호 김" userId="7139bc9231f6643b" providerId="LiveId" clId="{86CB3240-798F-4938-8840-A4DE260C19AE}" dt="2026-02-18T13:46:54.043" v="223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동호 김" userId="7139bc9231f6643b" providerId="LiveId" clId="{86CB3240-798F-4938-8840-A4DE260C19AE}" dt="2026-02-18T13:46:54.043" v="223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동호 김" userId="7139bc9231f6643b" providerId="LiveId" clId="{86CB3240-798F-4938-8840-A4DE260C19AE}" dt="2026-02-18T13:46:54.043" v="223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동호 김" userId="7139bc9231f6643b" providerId="LiveId" clId="{86CB3240-798F-4938-8840-A4DE260C19AE}" dt="2026-02-18T13:46:54.043" v="223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동호 김" userId="7139bc9231f6643b" providerId="LiveId" clId="{86CB3240-798F-4938-8840-A4DE260C19AE}" dt="2026-02-18T13:46:54.043" v="223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동호 김" userId="7139bc9231f6643b" providerId="LiveId" clId="{86CB3240-798F-4938-8840-A4DE260C19AE}" dt="2026-02-18T13:46:54.043" v="223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동호 김" userId="7139bc9231f6643b" providerId="LiveId" clId="{86CB3240-798F-4938-8840-A4DE260C19AE}" dt="2026-02-18T13:46:54.043" v="223" actId="1076"/>
          <ac:spMkLst>
            <pc:docMk/>
            <pc:sldMk cId="0" sldId="268"/>
            <ac:spMk id="16" creationId="{00000000-0000-0000-0000-000000000000}"/>
          </ac:spMkLst>
        </pc:spChg>
      </pc:sldChg>
      <pc:sldChg chg="addSp modSp mod">
        <pc:chgData name="동호 김" userId="7139bc9231f6643b" providerId="LiveId" clId="{86CB3240-798F-4938-8840-A4DE260C19AE}" dt="2026-02-19T00:36:24.713" v="2097"/>
        <pc:sldMkLst>
          <pc:docMk/>
          <pc:sldMk cId="0" sldId="270"/>
        </pc:sldMkLst>
        <pc:spChg chg="mod">
          <ac:chgData name="동호 김" userId="7139bc9231f6643b" providerId="LiveId" clId="{86CB3240-798F-4938-8840-A4DE260C19AE}" dt="2026-02-19T00:36:24.713" v="2097"/>
          <ac:spMkLst>
            <pc:docMk/>
            <pc:sldMk cId="0" sldId="270"/>
            <ac:spMk id="5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6:43.137" v="116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5:40.689" v="104" actId="14100"/>
          <ac:spMkLst>
            <pc:docMk/>
            <pc:sldMk cId="0" sldId="270"/>
            <ac:spMk id="9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5:40.689" v="104" actId="14100"/>
          <ac:spMkLst>
            <pc:docMk/>
            <pc:sldMk cId="0" sldId="270"/>
            <ac:spMk id="10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5:52.249" v="107" actId="14100"/>
          <ac:spMkLst>
            <pc:docMk/>
            <pc:sldMk cId="0" sldId="270"/>
            <ac:spMk id="12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6:43.137" v="116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6:43.137" v="116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6:43.137" v="116" actId="107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6:29.479" v="113" actId="1076"/>
          <ac:spMkLst>
            <pc:docMk/>
            <pc:sldMk cId="0" sldId="270"/>
            <ac:spMk id="17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6:29.479" v="113" actId="107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6:29.479" v="113" actId="1076"/>
          <ac:spMkLst>
            <pc:docMk/>
            <pc:sldMk cId="0" sldId="270"/>
            <ac:spMk id="19" creationId="{00000000-0000-0000-0000-000000000000}"/>
          </ac:spMkLst>
        </pc:spChg>
        <pc:spChg chg="mod">
          <ac:chgData name="동호 김" userId="7139bc9231f6643b" providerId="LiveId" clId="{86CB3240-798F-4938-8840-A4DE260C19AE}" dt="2026-02-18T13:36:29.479" v="113" actId="1076"/>
          <ac:spMkLst>
            <pc:docMk/>
            <pc:sldMk cId="0" sldId="270"/>
            <ac:spMk id="20" creationId="{00000000-0000-0000-0000-000000000000}"/>
          </ac:spMkLst>
        </pc:spChg>
        <pc:spChg chg="add mod">
          <ac:chgData name="동호 김" userId="7139bc9231f6643b" providerId="LiveId" clId="{86CB3240-798F-4938-8840-A4DE260C19AE}" dt="2026-02-18T13:36:48.081" v="117" actId="1076"/>
          <ac:spMkLst>
            <pc:docMk/>
            <pc:sldMk cId="0" sldId="270"/>
            <ac:spMk id="23" creationId="{555ECEB6-1EE6-F377-10D8-A68BEF9B16A9}"/>
          </ac:spMkLst>
        </pc:spChg>
        <pc:spChg chg="add mod">
          <ac:chgData name="동호 김" userId="7139bc9231f6643b" providerId="LiveId" clId="{86CB3240-798F-4938-8840-A4DE260C19AE}" dt="2026-02-18T13:36:59.758" v="118" actId="207"/>
          <ac:spMkLst>
            <pc:docMk/>
            <pc:sldMk cId="0" sldId="270"/>
            <ac:spMk id="24" creationId="{78BE7A0C-2E74-513C-91A2-5998F7610BDD}"/>
          </ac:spMkLst>
        </pc:spChg>
        <pc:spChg chg="add mod">
          <ac:chgData name="동호 김" userId="7139bc9231f6643b" providerId="LiveId" clId="{86CB3240-798F-4938-8840-A4DE260C19AE}" dt="2026-02-18T13:37:17.069" v="129"/>
          <ac:spMkLst>
            <pc:docMk/>
            <pc:sldMk cId="0" sldId="270"/>
            <ac:spMk id="25" creationId="{88FE1B9F-A836-AA16-26A7-923B1612DD51}"/>
          </ac:spMkLst>
        </pc:spChg>
        <pc:spChg chg="add mod">
          <ac:chgData name="동호 김" userId="7139bc9231f6643b" providerId="LiveId" clId="{86CB3240-798F-4938-8840-A4DE260C19AE}" dt="2026-02-18T13:38:40.857" v="181"/>
          <ac:spMkLst>
            <pc:docMk/>
            <pc:sldMk cId="0" sldId="270"/>
            <ac:spMk id="26" creationId="{6F8B6480-9CE9-8B4D-1A95-93E9C1479B25}"/>
          </ac:spMkLst>
        </pc:spChg>
      </pc:sldChg>
      <pc:sldChg chg="modSp mod">
        <pc:chgData name="동호 김" userId="7139bc9231f6643b" providerId="LiveId" clId="{86CB3240-798F-4938-8840-A4DE260C19AE}" dt="2026-02-19T00:37:49.983" v="2100" actId="207"/>
        <pc:sldMkLst>
          <pc:docMk/>
          <pc:sldMk cId="0" sldId="271"/>
        </pc:sldMkLst>
        <pc:graphicFrameChg chg="modGraphic">
          <ac:chgData name="동호 김" userId="7139bc9231f6643b" providerId="LiveId" clId="{86CB3240-798F-4938-8840-A4DE260C19AE}" dt="2026-02-19T00:37:49.983" v="2100" actId="207"/>
          <ac:graphicFrameMkLst>
            <pc:docMk/>
            <pc:sldMk cId="0" sldId="271"/>
            <ac:graphicFrameMk id="17" creationId="{00000000-0000-0000-0000-000000000000}"/>
          </ac:graphicFrameMkLst>
        </pc:graphicFrameChg>
      </pc:sldChg>
      <pc:sldChg chg="addSp delSp modSp mod">
        <pc:chgData name="동호 김" userId="7139bc9231f6643b" providerId="LiveId" clId="{86CB3240-798F-4938-8840-A4DE260C19AE}" dt="2026-02-19T01:35:26.451" v="2127" actId="14100"/>
        <pc:sldMkLst>
          <pc:docMk/>
          <pc:sldMk cId="0" sldId="273"/>
        </pc:sldMkLst>
        <pc:spChg chg="mod">
          <ac:chgData name="동호 김" userId="7139bc9231f6643b" providerId="LiveId" clId="{86CB3240-798F-4938-8840-A4DE260C19AE}" dt="2026-02-19T00:40:03.483" v="2105" actId="20577"/>
          <ac:spMkLst>
            <pc:docMk/>
            <pc:sldMk cId="0" sldId="273"/>
            <ac:spMk id="23" creationId="{00000000-0000-0000-0000-000000000000}"/>
          </ac:spMkLst>
        </pc:spChg>
        <pc:spChg chg="mod">
          <ac:chgData name="동호 김" userId="7139bc9231f6643b" providerId="LiveId" clId="{86CB3240-798F-4938-8840-A4DE260C19AE}" dt="2026-02-19T00:42:06.700" v="2118" actId="20577"/>
          <ac:spMkLst>
            <pc:docMk/>
            <pc:sldMk cId="0" sldId="273"/>
            <ac:spMk id="30" creationId="{00000000-0000-0000-0000-000000000000}"/>
          </ac:spMkLst>
        </pc:spChg>
        <pc:picChg chg="del">
          <ac:chgData name="동호 김" userId="7139bc9231f6643b" providerId="LiveId" clId="{86CB3240-798F-4938-8840-A4DE260C19AE}" dt="2026-02-19T01:34:34.437" v="2119" actId="478"/>
          <ac:picMkLst>
            <pc:docMk/>
            <pc:sldMk cId="0" sldId="273"/>
            <ac:picMk id="31" creationId="{00000000-0000-0000-0000-000000000000}"/>
          </ac:picMkLst>
        </pc:picChg>
        <pc:picChg chg="add mod">
          <ac:chgData name="동호 김" userId="7139bc9231f6643b" providerId="LiveId" clId="{86CB3240-798F-4938-8840-A4DE260C19AE}" dt="2026-02-19T01:35:26.451" v="2127" actId="14100"/>
          <ac:picMkLst>
            <pc:docMk/>
            <pc:sldMk cId="0" sldId="273"/>
            <ac:picMk id="35" creationId="{ABFE0AA2-9122-A951-28C6-BADD80724FBA}"/>
          </ac:picMkLst>
        </pc:picChg>
      </pc:sldChg>
      <pc:sldChg chg="modSp mod">
        <pc:chgData name="동호 김" userId="7139bc9231f6643b" providerId="LiveId" clId="{86CB3240-798F-4938-8840-A4DE260C19AE}" dt="2026-02-18T16:00:41.533" v="858" actId="6549"/>
        <pc:sldMkLst>
          <pc:docMk/>
          <pc:sldMk cId="0" sldId="274"/>
        </pc:sldMkLst>
        <pc:spChg chg="mod">
          <ac:chgData name="동호 김" userId="7139bc9231f6643b" providerId="LiveId" clId="{86CB3240-798F-4938-8840-A4DE260C19AE}" dt="2026-02-18T16:00:05.206" v="842" actId="6549"/>
          <ac:spMkLst>
            <pc:docMk/>
            <pc:sldMk cId="0" sldId="274"/>
            <ac:spMk id="11" creationId="{ED44648E-02AD-BEE0-EB35-9557914582B1}"/>
          </ac:spMkLst>
        </pc:spChg>
        <pc:spChg chg="mod">
          <ac:chgData name="동호 김" userId="7139bc9231f6643b" providerId="LiveId" clId="{86CB3240-798F-4938-8840-A4DE260C19AE}" dt="2026-02-18T15:58:01.690" v="766" actId="6549"/>
          <ac:spMkLst>
            <pc:docMk/>
            <pc:sldMk cId="0" sldId="274"/>
            <ac:spMk id="15" creationId="{695D53DD-69E6-2C17-8659-B8255C339B92}"/>
          </ac:spMkLst>
        </pc:spChg>
        <pc:spChg chg="mod">
          <ac:chgData name="동호 김" userId="7139bc9231f6643b" providerId="LiveId" clId="{86CB3240-798F-4938-8840-A4DE260C19AE}" dt="2026-02-18T15:59:35.362" v="824"/>
          <ac:spMkLst>
            <pc:docMk/>
            <pc:sldMk cId="0" sldId="274"/>
            <ac:spMk id="16" creationId="{06E9CC3F-9B66-B12E-2191-67844BED3AB2}"/>
          </ac:spMkLst>
        </pc:spChg>
        <pc:spChg chg="mod">
          <ac:chgData name="동호 김" userId="7139bc9231f6643b" providerId="LiveId" clId="{86CB3240-798F-4938-8840-A4DE260C19AE}" dt="2026-02-18T16:00:41.533" v="858" actId="6549"/>
          <ac:spMkLst>
            <pc:docMk/>
            <pc:sldMk cId="0" sldId="274"/>
            <ac:spMk id="21" creationId="{DCD7D78A-5E3E-DFEA-8720-32D9FB3C0F0B}"/>
          </ac:spMkLst>
        </pc:spChg>
        <pc:graphicFrameChg chg="mod modGraphic">
          <ac:chgData name="동호 김" userId="7139bc9231f6643b" providerId="LiveId" clId="{86CB3240-798F-4938-8840-A4DE260C19AE}" dt="2026-02-18T15:57:36.861" v="762" actId="207"/>
          <ac:graphicFrameMkLst>
            <pc:docMk/>
            <pc:sldMk cId="0" sldId="274"/>
            <ac:graphicFrameMk id="20" creationId="{00000000-0000-0000-0000-000000000000}"/>
          </ac:graphicFrameMkLst>
        </pc:graphicFrameChg>
      </pc:sldChg>
      <pc:sldChg chg="addSp delSp modSp mod">
        <pc:chgData name="동호 김" userId="7139bc9231f6643b" providerId="LiveId" clId="{86CB3240-798F-4938-8840-A4DE260C19AE}" dt="2026-02-18T16:30:37.299" v="941" actId="20577"/>
        <pc:sldMkLst>
          <pc:docMk/>
          <pc:sldMk cId="0" sldId="275"/>
        </pc:sldMkLst>
        <pc:spChg chg="del">
          <ac:chgData name="동호 김" userId="7139bc9231f6643b" providerId="LiveId" clId="{86CB3240-798F-4938-8840-A4DE260C19AE}" dt="2026-02-18T16:27:26.317" v="922" actId="478"/>
          <ac:spMkLst>
            <pc:docMk/>
            <pc:sldMk cId="0" sldId="275"/>
            <ac:spMk id="7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6.317" v="922" actId="478"/>
          <ac:spMkLst>
            <pc:docMk/>
            <pc:sldMk cId="0" sldId="275"/>
            <ac:spMk id="9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6.317" v="922" actId="478"/>
          <ac:spMkLst>
            <pc:docMk/>
            <pc:sldMk cId="0" sldId="275"/>
            <ac:spMk id="11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6.317" v="922" actId="478"/>
          <ac:spMkLst>
            <pc:docMk/>
            <pc:sldMk cId="0" sldId="275"/>
            <ac:spMk id="13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6.317" v="922" actId="478"/>
          <ac:spMkLst>
            <pc:docMk/>
            <pc:sldMk cId="0" sldId="275"/>
            <ac:spMk id="14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6.317" v="922" actId="478"/>
          <ac:spMkLst>
            <pc:docMk/>
            <pc:sldMk cId="0" sldId="275"/>
            <ac:spMk id="15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6.317" v="922" actId="478"/>
          <ac:spMkLst>
            <pc:docMk/>
            <pc:sldMk cId="0" sldId="275"/>
            <ac:spMk id="16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6.317" v="922" actId="478"/>
          <ac:spMkLst>
            <pc:docMk/>
            <pc:sldMk cId="0" sldId="275"/>
            <ac:spMk id="17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6.317" v="922" actId="478"/>
          <ac:spMkLst>
            <pc:docMk/>
            <pc:sldMk cId="0" sldId="275"/>
            <ac:spMk id="19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6.317" v="922" actId="478"/>
          <ac:spMkLst>
            <pc:docMk/>
            <pc:sldMk cId="0" sldId="275"/>
            <ac:spMk id="20" creationId="{00000000-0000-0000-0000-000000000000}"/>
          </ac:spMkLst>
        </pc:spChg>
        <pc:spChg chg="mod">
          <ac:chgData name="동호 김" userId="7139bc9231f6643b" providerId="LiveId" clId="{86CB3240-798F-4938-8840-A4DE260C19AE}" dt="2026-02-18T16:28:56.505" v="935" actId="6549"/>
          <ac:spMkLst>
            <pc:docMk/>
            <pc:sldMk cId="0" sldId="275"/>
            <ac:spMk id="30" creationId="{A29F77A0-E824-D910-C92D-8C43507A8257}"/>
          </ac:spMkLst>
        </pc:spChg>
        <pc:spChg chg="mod">
          <ac:chgData name="동호 김" userId="7139bc9231f6643b" providerId="LiveId" clId="{86CB3240-798F-4938-8840-A4DE260C19AE}" dt="2026-02-18T16:30:37.299" v="941" actId="20577"/>
          <ac:spMkLst>
            <pc:docMk/>
            <pc:sldMk cId="0" sldId="275"/>
            <ac:spMk id="42" creationId="{43D937DC-22F7-BC71-396A-30FCE728905C}"/>
          </ac:spMkLst>
        </pc:spChg>
        <pc:graphicFrameChg chg="add del modGraphic">
          <ac:chgData name="동호 김" userId="7139bc9231f6643b" providerId="LiveId" clId="{86CB3240-798F-4938-8840-A4DE260C19AE}" dt="2026-02-18T16:22:28.098" v="880" actId="478"/>
          <ac:graphicFrameMkLst>
            <pc:docMk/>
            <pc:sldMk cId="0" sldId="275"/>
            <ac:graphicFrameMk id="21" creationId="{00000000-0000-0000-0000-000000000000}"/>
          </ac:graphicFrameMkLst>
        </pc:graphicFrameChg>
        <pc:graphicFrameChg chg="add mod">
          <ac:chgData name="동호 김" userId="7139bc9231f6643b" providerId="LiveId" clId="{86CB3240-798F-4938-8840-A4DE260C19AE}" dt="2026-02-18T16:21:26.398" v="862" actId="1076"/>
          <ac:graphicFrameMkLst>
            <pc:docMk/>
            <pc:sldMk cId="0" sldId="275"/>
            <ac:graphicFrameMk id="23" creationId="{1DA07162-B39F-A7E6-D43C-33F29E334871}"/>
          </ac:graphicFrameMkLst>
        </pc:graphicFrameChg>
        <pc:graphicFrameChg chg="add mod modGraphic">
          <ac:chgData name="동호 김" userId="7139bc9231f6643b" providerId="LiveId" clId="{86CB3240-798F-4938-8840-A4DE260C19AE}" dt="2026-02-18T16:27:39.315" v="928" actId="1036"/>
          <ac:graphicFrameMkLst>
            <pc:docMk/>
            <pc:sldMk cId="0" sldId="275"/>
            <ac:graphicFrameMk id="24" creationId="{26FD0CA3-37FF-B1C2-94DD-88FE3A3A02EC}"/>
          </ac:graphicFrameMkLst>
        </pc:graphicFrameChg>
      </pc:sldChg>
      <pc:sldChg chg="addSp delSp modSp mod">
        <pc:chgData name="동호 김" userId="7139bc9231f6643b" providerId="LiveId" clId="{86CB3240-798F-4938-8840-A4DE260C19AE}" dt="2026-02-18T16:36:05.654" v="1149" actId="6549"/>
        <pc:sldMkLst>
          <pc:docMk/>
          <pc:sldMk cId="0" sldId="276"/>
        </pc:sldMkLst>
        <pc:spChg chg="del">
          <ac:chgData name="동호 김" userId="7139bc9231f6643b" providerId="LiveId" clId="{86CB3240-798F-4938-8840-A4DE260C19AE}" dt="2026-02-18T16:27:22.551" v="921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2.551" v="921" actId="478"/>
          <ac:spMkLst>
            <pc:docMk/>
            <pc:sldMk cId="0" sldId="276"/>
            <ac:spMk id="8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2.551" v="921" actId="478"/>
          <ac:spMkLst>
            <pc:docMk/>
            <pc:sldMk cId="0" sldId="276"/>
            <ac:spMk id="9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2.551" v="921" actId="478"/>
          <ac:spMkLst>
            <pc:docMk/>
            <pc:sldMk cId="0" sldId="276"/>
            <ac:spMk id="11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2.551" v="921" actId="478"/>
          <ac:spMkLst>
            <pc:docMk/>
            <pc:sldMk cId="0" sldId="276"/>
            <ac:spMk id="12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2.551" v="921" actId="478"/>
          <ac:spMkLst>
            <pc:docMk/>
            <pc:sldMk cId="0" sldId="276"/>
            <ac:spMk id="13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2.551" v="921" actId="478"/>
          <ac:spMkLst>
            <pc:docMk/>
            <pc:sldMk cId="0" sldId="276"/>
            <ac:spMk id="14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2.551" v="921" actId="478"/>
          <ac:spMkLst>
            <pc:docMk/>
            <pc:sldMk cId="0" sldId="276"/>
            <ac:spMk id="15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2.551" v="921" actId="478"/>
          <ac:spMkLst>
            <pc:docMk/>
            <pc:sldMk cId="0" sldId="276"/>
            <ac:spMk id="16" creationId="{00000000-0000-0000-0000-000000000000}"/>
          </ac:spMkLst>
        </pc:spChg>
        <pc:spChg chg="del">
          <ac:chgData name="동호 김" userId="7139bc9231f6643b" providerId="LiveId" clId="{86CB3240-798F-4938-8840-A4DE260C19AE}" dt="2026-02-18T16:27:22.551" v="921" actId="478"/>
          <ac:spMkLst>
            <pc:docMk/>
            <pc:sldMk cId="0" sldId="276"/>
            <ac:spMk id="17" creationId="{00000000-0000-0000-0000-000000000000}"/>
          </ac:spMkLst>
        </pc:spChg>
        <pc:spChg chg="mod">
          <ac:chgData name="동호 김" userId="7139bc9231f6643b" providerId="LiveId" clId="{86CB3240-798F-4938-8840-A4DE260C19AE}" dt="2026-02-18T16:31:37.359" v="949" actId="20577"/>
          <ac:spMkLst>
            <pc:docMk/>
            <pc:sldMk cId="0" sldId="276"/>
            <ac:spMk id="24" creationId="{136F48CC-C205-5795-4336-CF5C7EEB2CB5}"/>
          </ac:spMkLst>
        </pc:spChg>
        <pc:spChg chg="mod">
          <ac:chgData name="동호 김" userId="7139bc9231f6643b" providerId="LiveId" clId="{86CB3240-798F-4938-8840-A4DE260C19AE}" dt="2026-02-18T16:34:53.374" v="1148"/>
          <ac:spMkLst>
            <pc:docMk/>
            <pc:sldMk cId="0" sldId="276"/>
            <ac:spMk id="25" creationId="{8A52CF59-BA96-7AE1-9727-6ABA7862F895}"/>
          </ac:spMkLst>
        </pc:spChg>
        <pc:spChg chg="mod">
          <ac:chgData name="동호 김" userId="7139bc9231f6643b" providerId="LiveId" clId="{86CB3240-798F-4938-8840-A4DE260C19AE}" dt="2026-02-18T16:36:05.654" v="1149" actId="6549"/>
          <ac:spMkLst>
            <pc:docMk/>
            <pc:sldMk cId="0" sldId="276"/>
            <ac:spMk id="29" creationId="{9B2D9FD0-1451-F538-70AE-3EA3ACF9D460}"/>
          </ac:spMkLst>
        </pc:spChg>
        <pc:graphicFrameChg chg="add mod modGraphic">
          <ac:chgData name="동호 김" userId="7139bc9231f6643b" providerId="LiveId" clId="{86CB3240-798F-4938-8840-A4DE260C19AE}" dt="2026-02-18T16:27:44.067" v="934" actId="1036"/>
          <ac:graphicFrameMkLst>
            <pc:docMk/>
            <pc:sldMk cId="0" sldId="276"/>
            <ac:graphicFrameMk id="6" creationId="{FD1B8273-EA62-B942-8A15-BB2957572DF7}"/>
          </ac:graphicFrameMkLst>
        </pc:graphicFrameChg>
        <pc:graphicFrameChg chg="del modGraphic">
          <ac:chgData name="동호 김" userId="7139bc9231f6643b" providerId="LiveId" clId="{86CB3240-798F-4938-8840-A4DE260C19AE}" dt="2026-02-18T16:26:20.024" v="907" actId="478"/>
          <ac:graphicFrameMkLst>
            <pc:docMk/>
            <pc:sldMk cId="0" sldId="276"/>
            <ac:graphicFrameMk id="22" creationId="{00000000-0000-0000-0000-000000000000}"/>
          </ac:graphicFrameMkLst>
        </pc:graphicFrameChg>
      </pc:sldChg>
      <pc:sldChg chg="modSp mod">
        <pc:chgData name="동호 김" userId="7139bc9231f6643b" providerId="LiveId" clId="{86CB3240-798F-4938-8840-A4DE260C19AE}" dt="2026-02-18T14:00:17.430" v="381" actId="207"/>
        <pc:sldMkLst>
          <pc:docMk/>
          <pc:sldMk cId="0" sldId="278"/>
        </pc:sldMkLst>
        <pc:spChg chg="mod">
          <ac:chgData name="동호 김" userId="7139bc9231f6643b" providerId="LiveId" clId="{86CB3240-798F-4938-8840-A4DE260C19AE}" dt="2026-02-18T14:00:17.430" v="381" actId="207"/>
          <ac:spMkLst>
            <pc:docMk/>
            <pc:sldMk cId="0" sldId="278"/>
            <ac:spMk id="19" creationId="{00000000-0000-0000-0000-000000000000}"/>
          </ac:spMkLst>
        </pc:spChg>
      </pc:sldChg>
      <pc:sldChg chg="modSp del mod">
        <pc:chgData name="동호 김" userId="7139bc9231f6643b" providerId="LiveId" clId="{86CB3240-798F-4938-8840-A4DE260C19AE}" dt="2026-02-18T14:01:51.618" v="405" actId="47"/>
        <pc:sldMkLst>
          <pc:docMk/>
          <pc:sldMk cId="0" sldId="279"/>
        </pc:sldMkLst>
        <pc:spChg chg="mod">
          <ac:chgData name="동호 김" userId="7139bc9231f6643b" providerId="LiveId" clId="{86CB3240-798F-4938-8840-A4DE260C19AE}" dt="2026-02-18T13:53:51.065" v="336" actId="6549"/>
          <ac:spMkLst>
            <pc:docMk/>
            <pc:sldMk cId="0" sldId="279"/>
            <ac:spMk id="7" creationId="{00000000-0000-0000-0000-000000000000}"/>
          </ac:spMkLst>
        </pc:spChg>
      </pc:sldChg>
      <pc:sldChg chg="modSp mod">
        <pc:chgData name="동호 김" userId="7139bc9231f6643b" providerId="LiveId" clId="{86CB3240-798F-4938-8840-A4DE260C19AE}" dt="2026-02-19T00:40:12.831" v="2108" actId="6549"/>
        <pc:sldMkLst>
          <pc:docMk/>
          <pc:sldMk cId="0" sldId="280"/>
        </pc:sldMkLst>
        <pc:spChg chg="mod">
          <ac:chgData name="동호 김" userId="7139bc9231f6643b" providerId="LiveId" clId="{86CB3240-798F-4938-8840-A4DE260C19AE}" dt="2026-02-19T00:39:03.546" v="2102" actId="20577"/>
          <ac:spMkLst>
            <pc:docMk/>
            <pc:sldMk cId="0" sldId="280"/>
            <ac:spMk id="17" creationId="{00000000-0000-0000-0000-000000000000}"/>
          </ac:spMkLst>
        </pc:spChg>
        <pc:spChg chg="mod">
          <ac:chgData name="동호 김" userId="7139bc9231f6643b" providerId="LiveId" clId="{86CB3240-798F-4938-8840-A4DE260C19AE}" dt="2026-02-19T00:40:12.831" v="2108" actId="6549"/>
          <ac:spMkLst>
            <pc:docMk/>
            <pc:sldMk cId="0" sldId="280"/>
            <ac:spMk id="21" creationId="{00000000-0000-0000-0000-000000000000}"/>
          </ac:spMkLst>
        </pc:spChg>
      </pc:sldChg>
      <pc:sldChg chg="modSp mod">
        <pc:chgData name="동호 김" userId="7139bc9231f6643b" providerId="LiveId" clId="{86CB3240-798F-4938-8840-A4DE260C19AE}" dt="2026-02-19T00:32:59.326" v="1957"/>
        <pc:sldMkLst>
          <pc:docMk/>
          <pc:sldMk cId="0" sldId="281"/>
        </pc:sldMkLst>
        <pc:spChg chg="mod">
          <ac:chgData name="동호 김" userId="7139bc9231f6643b" providerId="LiveId" clId="{86CB3240-798F-4938-8840-A4DE260C19AE}" dt="2026-02-19T00:32:59.326" v="1957"/>
          <ac:spMkLst>
            <pc:docMk/>
            <pc:sldMk cId="0" sldId="281"/>
            <ac:spMk id="5" creationId="{00000000-0000-0000-0000-000000000000}"/>
          </ac:spMkLst>
        </pc:spChg>
      </pc:sldChg>
      <pc:sldChg chg="modSp mod">
        <pc:chgData name="동호 김" userId="7139bc9231f6643b" providerId="LiveId" clId="{86CB3240-798F-4938-8840-A4DE260C19AE}" dt="2026-02-19T00:34:17.640" v="2027"/>
        <pc:sldMkLst>
          <pc:docMk/>
          <pc:sldMk cId="0" sldId="282"/>
        </pc:sldMkLst>
        <pc:spChg chg="mod">
          <ac:chgData name="동호 김" userId="7139bc9231f6643b" providerId="LiveId" clId="{86CB3240-798F-4938-8840-A4DE260C19AE}" dt="2026-02-19T00:34:17.640" v="2027"/>
          <ac:spMkLst>
            <pc:docMk/>
            <pc:sldMk cId="0" sldId="282"/>
            <ac:spMk id="5" creationId="{00000000-0000-0000-0000-000000000000}"/>
          </ac:spMkLst>
        </pc:spChg>
      </pc:sldChg>
      <pc:sldChg chg="addSp delSp modSp add mod setBg">
        <pc:chgData name="동호 김" userId="7139bc9231f6643b" providerId="LiveId" clId="{86CB3240-798F-4938-8840-A4DE260C19AE}" dt="2026-02-18T17:14:56.037" v="1673" actId="20577"/>
        <pc:sldMkLst>
          <pc:docMk/>
          <pc:sldMk cId="786386575" sldId="283"/>
        </pc:sldMkLst>
        <pc:spChg chg="del">
          <ac:chgData name="동호 김" userId="7139bc9231f6643b" providerId="LiveId" clId="{86CB3240-798F-4938-8840-A4DE260C19AE}" dt="2026-02-18T13:55:28.149" v="338" actId="478"/>
          <ac:spMkLst>
            <pc:docMk/>
            <pc:sldMk cId="786386575" sldId="283"/>
            <ac:spMk id="8" creationId="{6CC04DA4-C806-BC36-C232-81A84FA4F5BF}"/>
          </ac:spMkLst>
        </pc:spChg>
        <pc:spChg chg="add mod">
          <ac:chgData name="동호 김" userId="7139bc9231f6643b" providerId="LiveId" clId="{86CB3240-798F-4938-8840-A4DE260C19AE}" dt="2026-02-18T17:14:56.037" v="1673" actId="20577"/>
          <ac:spMkLst>
            <pc:docMk/>
            <pc:sldMk cId="786386575" sldId="283"/>
            <ac:spMk id="8" creationId="{C1A0E302-B6F1-4612-6EF7-572D5384B433}"/>
          </ac:spMkLst>
        </pc:spChg>
        <pc:spChg chg="del">
          <ac:chgData name="동호 김" userId="7139bc9231f6643b" providerId="LiveId" clId="{86CB3240-798F-4938-8840-A4DE260C19AE}" dt="2026-02-18T13:55:28.149" v="338" actId="478"/>
          <ac:spMkLst>
            <pc:docMk/>
            <pc:sldMk cId="786386575" sldId="283"/>
            <ac:spMk id="9" creationId="{0F28D666-EA1D-F9CE-FEAE-F4307E42511D}"/>
          </ac:spMkLst>
        </pc:spChg>
        <pc:spChg chg="del">
          <ac:chgData name="동호 김" userId="7139bc9231f6643b" providerId="LiveId" clId="{86CB3240-798F-4938-8840-A4DE260C19AE}" dt="2026-02-18T13:55:28.149" v="338" actId="478"/>
          <ac:spMkLst>
            <pc:docMk/>
            <pc:sldMk cId="786386575" sldId="283"/>
            <ac:spMk id="10" creationId="{2992A78B-66C1-10E9-D7E8-CAEF6542A903}"/>
          </ac:spMkLst>
        </pc:spChg>
        <pc:spChg chg="del">
          <ac:chgData name="동호 김" userId="7139bc9231f6643b" providerId="LiveId" clId="{86CB3240-798F-4938-8840-A4DE260C19AE}" dt="2026-02-18T13:55:28.149" v="338" actId="478"/>
          <ac:spMkLst>
            <pc:docMk/>
            <pc:sldMk cId="786386575" sldId="283"/>
            <ac:spMk id="11" creationId="{0C775E48-79B3-2527-637B-4D254CC24953}"/>
          </ac:spMkLst>
        </pc:spChg>
        <pc:spChg chg="del">
          <ac:chgData name="동호 김" userId="7139bc9231f6643b" providerId="LiveId" clId="{86CB3240-798F-4938-8840-A4DE260C19AE}" dt="2026-02-18T13:55:28.149" v="338" actId="478"/>
          <ac:spMkLst>
            <pc:docMk/>
            <pc:sldMk cId="786386575" sldId="283"/>
            <ac:spMk id="12" creationId="{620572C5-C890-A80F-2FE1-C48708CEAB02}"/>
          </ac:spMkLst>
        </pc:spChg>
        <pc:spChg chg="del">
          <ac:chgData name="동호 김" userId="7139bc9231f6643b" providerId="LiveId" clId="{86CB3240-798F-4938-8840-A4DE260C19AE}" dt="2026-02-18T13:55:28.149" v="338" actId="478"/>
          <ac:spMkLst>
            <pc:docMk/>
            <pc:sldMk cId="786386575" sldId="283"/>
            <ac:spMk id="13" creationId="{E8862578-C435-A1A4-2698-E7BDAD4B9CDF}"/>
          </ac:spMkLst>
        </pc:spChg>
        <pc:spChg chg="del">
          <ac:chgData name="동호 김" userId="7139bc9231f6643b" providerId="LiveId" clId="{86CB3240-798F-4938-8840-A4DE260C19AE}" dt="2026-02-18T13:55:28.149" v="338" actId="478"/>
          <ac:spMkLst>
            <pc:docMk/>
            <pc:sldMk cId="786386575" sldId="283"/>
            <ac:spMk id="14" creationId="{C38ACB0A-C96B-439E-701E-30C2E54F05CA}"/>
          </ac:spMkLst>
        </pc:spChg>
        <pc:spChg chg="del">
          <ac:chgData name="동호 김" userId="7139bc9231f6643b" providerId="LiveId" clId="{86CB3240-798F-4938-8840-A4DE260C19AE}" dt="2026-02-18T13:55:28.149" v="338" actId="478"/>
          <ac:spMkLst>
            <pc:docMk/>
            <pc:sldMk cId="786386575" sldId="283"/>
            <ac:spMk id="15" creationId="{7F304840-113B-C243-B9D7-71FE4BA12E2A}"/>
          </ac:spMkLst>
        </pc:spChg>
        <pc:spChg chg="mod">
          <ac:chgData name="동호 김" userId="7139bc9231f6643b" providerId="LiveId" clId="{86CB3240-798F-4938-8840-A4DE260C19AE}" dt="2026-02-18T13:56:25.896" v="349" actId="207"/>
          <ac:spMkLst>
            <pc:docMk/>
            <pc:sldMk cId="786386575" sldId="283"/>
            <ac:spMk id="21" creationId="{6E120284-DF9D-B097-E1E9-4A629E37AA18}"/>
          </ac:spMkLst>
        </pc:spChg>
        <pc:spChg chg="add mod">
          <ac:chgData name="동호 김" userId="7139bc9231f6643b" providerId="LiveId" clId="{86CB3240-798F-4938-8840-A4DE260C19AE}" dt="2026-02-18T13:59:57.212" v="380" actId="14100"/>
          <ac:spMkLst>
            <pc:docMk/>
            <pc:sldMk cId="786386575" sldId="283"/>
            <ac:spMk id="34" creationId="{2C814B3F-9D1C-22B3-F70D-81E742B10EB7}"/>
          </ac:spMkLst>
        </pc:spChg>
        <pc:spChg chg="add mod">
          <ac:chgData name="동호 김" userId="7139bc9231f6643b" providerId="LiveId" clId="{86CB3240-798F-4938-8840-A4DE260C19AE}" dt="2026-02-18T14:00:20.985" v="382" actId="207"/>
          <ac:spMkLst>
            <pc:docMk/>
            <pc:sldMk cId="786386575" sldId="283"/>
            <ac:spMk id="35" creationId="{E31FC118-7F8B-A374-21C1-EBFB26A48337}"/>
          </ac:spMkLst>
        </pc:spChg>
        <pc:spChg chg="add mod">
          <ac:chgData name="동호 김" userId="7139bc9231f6643b" providerId="LiveId" clId="{86CB3240-798F-4938-8840-A4DE260C19AE}" dt="2026-02-18T17:13:31.408" v="1523"/>
          <ac:spMkLst>
            <pc:docMk/>
            <pc:sldMk cId="786386575" sldId="283"/>
            <ac:spMk id="36" creationId="{90E051EF-BF7C-4002-6CA3-A623539BBCB4}"/>
          </ac:spMkLst>
        </pc:spChg>
        <pc:spChg chg="add mod">
          <ac:chgData name="동호 김" userId="7139bc9231f6643b" providerId="LiveId" clId="{86CB3240-798F-4938-8840-A4DE260C19AE}" dt="2026-02-18T17:11:42.543" v="1505" actId="20577"/>
          <ac:spMkLst>
            <pc:docMk/>
            <pc:sldMk cId="786386575" sldId="283"/>
            <ac:spMk id="37" creationId="{8A292107-1FEF-B041-5BE4-584DE48CCA01}"/>
          </ac:spMkLst>
        </pc:spChg>
        <pc:graphicFrameChg chg="add mod">
          <ac:chgData name="동호 김" userId="7139bc9231f6643b" providerId="LiveId" clId="{86CB3240-798F-4938-8840-A4DE260C19AE}" dt="2026-02-18T13:55:28.713" v="339"/>
          <ac:graphicFrameMkLst>
            <pc:docMk/>
            <pc:sldMk cId="786386575" sldId="283"/>
            <ac:graphicFrameMk id="32" creationId="{AD19FAAF-DB29-BB29-FB1F-EED4CC49AF7D}"/>
          </ac:graphicFrameMkLst>
        </pc:graphicFrameChg>
        <pc:graphicFrameChg chg="add mod modGraphic">
          <ac:chgData name="동호 김" userId="7139bc9231f6643b" providerId="LiveId" clId="{86CB3240-798F-4938-8840-A4DE260C19AE}" dt="2026-02-18T14:04:36.004" v="432" actId="113"/>
          <ac:graphicFrameMkLst>
            <pc:docMk/>
            <pc:sldMk cId="786386575" sldId="283"/>
            <ac:graphicFrameMk id="33" creationId="{91AC9C62-F4B0-C22B-4A80-A83A64D6F82D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2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수익률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DC2-447C-852D-BA7AB8807515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C2-447C-852D-BA7AB880751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DC2-447C-852D-BA7AB880751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DC2-447C-852D-BA7AB8807515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DC2-447C-852D-BA7AB880751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DC2-447C-852D-BA7AB880751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DC2-447C-852D-BA7AB8807515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2DC2-447C-852D-BA7AB8807515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2DC2-447C-852D-BA7AB880751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2DC2-447C-852D-BA7AB8807515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2DC2-447C-852D-BA7AB8807515}"/>
              </c:ext>
            </c:extLst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75.2</c:v>
                </c:pt>
                <c:pt idx="1">
                  <c:v>-1.63</c:v>
                </c:pt>
                <c:pt idx="2">
                  <c:v>39.43</c:v>
                </c:pt>
                <c:pt idx="3">
                  <c:v>4.49</c:v>
                </c:pt>
                <c:pt idx="4">
                  <c:v>-4.4000000000000004</c:v>
                </c:pt>
                <c:pt idx="5">
                  <c:v>171.74</c:v>
                </c:pt>
                <c:pt idx="6">
                  <c:v>0.4</c:v>
                </c:pt>
                <c:pt idx="7">
                  <c:v>6.66</c:v>
                </c:pt>
                <c:pt idx="8">
                  <c:v>26.03</c:v>
                </c:pt>
                <c:pt idx="9">
                  <c:v>21.89</c:v>
                </c:pt>
                <c:pt idx="10">
                  <c:v>83.32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DC2-447C-852D-BA7AB88075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778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1453A-78F2-7198-7388-A21D17EE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EB4DF-93D1-0958-F07F-BBE5482E7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2C858-6065-FF35-56D0-303541093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0537D-62A4-C94F-4F74-086DB6D318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940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45720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66560" y="1645920"/>
            <a:ext cx="201168" cy="1828800"/>
          </a:xfrm>
          <a:prstGeom prst="rect">
            <a:avLst/>
          </a:prstGeom>
          <a:solidFill>
            <a:srgbClr val="2563EB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14032" y="1645920"/>
            <a:ext cx="201168" cy="1828800"/>
          </a:xfrm>
          <a:prstGeom prst="rect">
            <a:avLst/>
          </a:prstGeom>
          <a:solidFill>
            <a:srgbClr val="2563EB">
              <a:alpha val="37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61504" y="1645920"/>
            <a:ext cx="201168" cy="1828800"/>
          </a:xfrm>
          <a:prstGeom prst="rect">
            <a:avLst/>
          </a:prstGeom>
          <a:solidFill>
            <a:srgbClr val="2563EB">
              <a:alpha val="49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808976" y="1645920"/>
            <a:ext cx="201168" cy="1828800"/>
          </a:xfrm>
          <a:prstGeom prst="rect">
            <a:avLst/>
          </a:prstGeom>
          <a:solidFill>
            <a:srgbClr val="2563EB">
              <a:alpha val="61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156448" y="1645920"/>
            <a:ext cx="201168" cy="1828800"/>
          </a:xfrm>
          <a:prstGeom prst="rect">
            <a:avLst/>
          </a:prstGeom>
          <a:solidFill>
            <a:srgbClr val="2563EB">
              <a:alpha val="73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411480"/>
            <a:ext cx="1280160" cy="2926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4114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750"/>
          </a:p>
        </p:txBody>
      </p:sp>
      <p:sp>
        <p:nvSpPr>
          <p:cNvPr id="11" name="Text 9"/>
          <p:cNvSpPr/>
          <p:nvPr/>
        </p:nvSpPr>
        <p:spPr>
          <a:xfrm>
            <a:off x="457200" y="822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1조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알파 탐색을 위한</a:t>
            </a:r>
            <a:endParaRPr lang="en-US" sz="380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인디케이터 개발</a:t>
            </a:r>
            <a:endParaRPr lang="en-US" sz="380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286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쿨다운 모멘텀 기반 Top-N 리밸런싱 전략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코스피 유니버스 기반 퀀트 전략 설계 및 백테스트 결과 보고서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2026.2.19  ·  팀 알파카  ·  퀀트 전략 프로젝트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 차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1508760"/>
          </a:xfrm>
          <a:prstGeom prst="rect">
            <a:avLst/>
          </a:prstGeom>
          <a:solidFill>
            <a:srgbClr val="1A305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6984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886968" y="10515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891730" y="1371600"/>
            <a:ext cx="2560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문제의식 · 목표 · 팀 구성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1508760"/>
          </a:xfrm>
          <a:prstGeom prst="rect">
            <a:avLst/>
          </a:prstGeom>
          <a:solidFill>
            <a:srgbClr val="1A305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37560" y="106984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33756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767328" y="10515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백테스트 설계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772090" y="1371600"/>
            <a:ext cx="2560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원칙 · 구조 · 데이터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743200" cy="1508760"/>
          </a:xfrm>
          <a:prstGeom prst="rect">
            <a:avLst/>
          </a:prstGeom>
          <a:solidFill>
            <a:srgbClr val="1A305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80760" y="960120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17920" y="106984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1792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6647688" y="10515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설계 여정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652450" y="1371600"/>
            <a:ext cx="2560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7단계 파라미터 탐색 실험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845820" y="2633472"/>
            <a:ext cx="3657600" cy="1508760"/>
          </a:xfrm>
          <a:prstGeom prst="rect">
            <a:avLst/>
          </a:prstGeom>
          <a:solidFill>
            <a:srgbClr val="1A305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45820" y="2633472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2980" y="27432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8298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1412748" y="272491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분석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1417510" y="3044952"/>
            <a:ext cx="3474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Curve · 연도별 · 월별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640580" y="2633472"/>
            <a:ext cx="3657600" cy="1508760"/>
          </a:xfrm>
          <a:prstGeom prst="rect">
            <a:avLst/>
          </a:prstGeom>
          <a:solidFill>
            <a:srgbClr val="1A305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640580" y="2633472"/>
            <a:ext cx="54864" cy="1508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77740" y="27432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7774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5207508" y="272491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한계점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5212270" y="3044952"/>
            <a:ext cx="34747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 · 한계 · 향후 과제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0"/>
            <a:ext cx="4114800" cy="514350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371600" cy="137160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863840" y="822960"/>
            <a:ext cx="914400" cy="914400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260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164592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 전략의 구조적 한계를 극복하기 위한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쿨다운 기반 알파 탐색 전략의 배경과 목표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배경과 문제의식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 전략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이용해서 알파를 찾아보자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371600" y="1124712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371600" y="1124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 전략의 구조적 한계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1097280" y="2441448"/>
            <a:ext cx="128016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 전략은 학술적으로 검증된 팩터이나 실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 </a:t>
            </a: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운용에서 두 가지 구조적 문제가 있다.</a:t>
            </a:r>
            <a:endParaRPr lang="en-US" sz="950"/>
          </a:p>
          <a:p>
            <a:pPr marL="0" indent="0">
              <a:lnSpc>
                <a:spcPct val="130000"/>
              </a:lnSpc>
              <a:buNone/>
            </a:pPr>
            <a:endParaRPr lang="en-US" sz="950"/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과도한 매매: 단기 가격 변동에 과잉 반응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하여 불필요한 거래비용 발생</a:t>
            </a:r>
            <a:endParaRPr lang="en-US" sz="950"/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신호 노이즈: 추세와 무관한 일시적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</a:t>
            </a:r>
            <a:endParaRPr lang="en-US" altLang="ko-KR" sz="95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움직임에도 포트폴리오가 반응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46120" y="96012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206240" y="1124712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206240" y="1124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338328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아이디어: 운용 구조 개선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3931920" y="2441448"/>
            <a:ext cx="128016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383280" y="25603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 신호 자체는 유지하되 운용 구조를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개선하는 방향으로 접근한다.</a:t>
            </a:r>
            <a:endParaRPr lang="en-US" sz="950"/>
          </a:p>
          <a:p>
            <a:pPr marL="0" indent="0">
              <a:lnSpc>
                <a:spcPct val="130000"/>
              </a:lnSpc>
              <a:buNone/>
            </a:pPr>
            <a:endParaRPr lang="en-US" sz="950"/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혼합 모멘텀(6-1 + 12-1) 신호에 쿨다운(최소 보유기간) 제약을 결합하여 과도한 반응을 구조적으로 억제한다.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6080760" y="9601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080760" y="96012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040880" y="1124712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040880" y="1124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621792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질문</a:t>
            </a:r>
            <a:endParaRPr lang="en-US" sz="1150"/>
          </a:p>
        </p:txBody>
      </p:sp>
      <p:sp>
        <p:nvSpPr>
          <p:cNvPr id="25" name="Shape 23"/>
          <p:cNvSpPr/>
          <p:nvPr/>
        </p:nvSpPr>
        <p:spPr>
          <a:xfrm>
            <a:off x="6766560" y="2441448"/>
            <a:ext cx="128016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217920" y="25603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쿨다운 제약은 성과, 리스크, 회전율에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어떤 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</a:t>
            </a: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영향을 미치는가?</a:t>
            </a:r>
            <a:endParaRPr lang="en-US" sz="950"/>
          </a:p>
          <a:p>
            <a:pPr marL="0" indent="0">
              <a:lnSpc>
                <a:spcPct val="130000"/>
              </a:lnSpc>
              <a:buNone/>
            </a:pPr>
            <a:endParaRPr lang="en-US" sz="950"/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단순한 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운용 </a:t>
            </a: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개선만으로도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의미 있는 알파를 탐색할 수 있는가?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 </a:t>
            </a:r>
            <a:r>
              <a:rPr lang="ko-KR" alt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실험 환경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핵심 검증 목표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998168"/>
            <a:ext cx="81381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98168"/>
            <a:ext cx="64008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1792" y="1222196"/>
            <a:ext cx="512064" cy="512064"/>
          </a:xfrm>
          <a:prstGeom prst="ellipse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21792" y="12221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261872" y="1089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알파 탐색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261872" y="141879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코스피 유니버스에서 모멘텀 기반 구조적 알파를 탐색하고 재현 가능한 신호를 확인한다.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2113736"/>
            <a:ext cx="81381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113736"/>
            <a:ext cx="64008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1792" y="2337764"/>
            <a:ext cx="512064" cy="512064"/>
          </a:xfrm>
          <a:prstGeom prst="ellipse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1792" y="23377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261872" y="22051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백테스트 엔진 구현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1261872" y="2534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룩어헤드 편향을 제거한 엄격한 백테스트 엔진을 직접 구현하여 신뢰할 수 있는 실험 환경을 구축한다.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57200" y="3229304"/>
            <a:ext cx="81381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229304"/>
            <a:ext cx="64008" cy="960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21792" y="3453332"/>
            <a:ext cx="512064" cy="512064"/>
          </a:xfrm>
          <a:prstGeom prst="ellipse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1792" y="34533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1261872" y="3320744"/>
            <a:ext cx="2748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운용 구조 개선의 실증적 검증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261872" y="36499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쿨다운</a:t>
            </a:r>
            <a:r>
              <a:rPr lang="en-US" altLang="ko-KR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보유기간</a:t>
            </a:r>
            <a:r>
              <a:rPr lang="en-US" altLang="ko-KR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ko-KR" alt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제약을 적용한 모멘텀 전략의성과</a:t>
            </a:r>
            <a:r>
              <a:rPr lang="en-US" altLang="ko-KR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ko-KR" alt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</a:t>
            </a:r>
            <a:r>
              <a:rPr lang="en-US" altLang="ko-KR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ko-KR" alt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회전율 변화를 단계별 실험을 통해 실증적으로 검증한다</a:t>
            </a:r>
            <a:r>
              <a:rPr lang="en-US" altLang="ko-KR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94360" y="4306824"/>
            <a:ext cx="1920240" cy="630936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5800" y="4306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기간</a:t>
            </a:r>
            <a:endParaRPr lang="en-US" sz="800"/>
          </a:p>
        </p:txBody>
      </p:sp>
      <p:sp>
        <p:nvSpPr>
          <p:cNvPr id="26" name="Text 24"/>
          <p:cNvSpPr/>
          <p:nvPr/>
        </p:nvSpPr>
        <p:spPr>
          <a:xfrm>
            <a:off x="685800" y="4544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2013.12 ~ 2025.12 (12년)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606040" y="4306824"/>
            <a:ext cx="1920240" cy="630936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697480" y="4306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유니버스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2697480" y="4544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코스피 시가총액 </a:t>
            </a:r>
            <a:r>
              <a:rPr lang="ko-KR" alt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종목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4617720" y="4306824"/>
            <a:ext cx="1920240" cy="630936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09160" y="4306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소스</a:t>
            </a:r>
            <a:endParaRPr lang="en-US" sz="800"/>
          </a:p>
        </p:txBody>
      </p:sp>
      <p:sp>
        <p:nvSpPr>
          <p:cNvPr id="32" name="Text 30"/>
          <p:cNvSpPr/>
          <p:nvPr/>
        </p:nvSpPr>
        <p:spPr>
          <a:xfrm>
            <a:off x="4709160" y="4544568"/>
            <a:ext cx="1737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KRX 공식 (pykrx)</a:t>
            </a:r>
          </a:p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2013.12</a:t>
            </a:r>
            <a:r>
              <a:rPr lang="ko-KR" altLang="en-US" sz="8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월부터 수정 주가 제공</a:t>
            </a:r>
            <a:endParaRPr lang="en-US" sz="800"/>
          </a:p>
        </p:txBody>
      </p:sp>
      <p:sp>
        <p:nvSpPr>
          <p:cNvPr id="33" name="Shape 31"/>
          <p:cNvSpPr/>
          <p:nvPr/>
        </p:nvSpPr>
        <p:spPr>
          <a:xfrm>
            <a:off x="6629400" y="4306824"/>
            <a:ext cx="1920240" cy="630936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720840" y="43068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거래비용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6720840" y="4544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편도 0.15% + 슬리피지 0.05%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구성 및 역할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6인 전문 분야별 분업 구조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1050612"/>
            <a:ext cx="2606040" cy="16779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0612"/>
            <a:ext cx="260604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76954" y="1233492"/>
            <a:ext cx="575449" cy="575449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583" y="1295727"/>
            <a:ext cx="444666" cy="4446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185337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고현주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548640" y="213492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분석 및 전략 설계</a:t>
            </a:r>
            <a:endParaRPr lang="en-US" sz="950"/>
          </a:p>
        </p:txBody>
      </p:sp>
      <p:sp>
        <p:nvSpPr>
          <p:cNvPr id="12" name="Text 9"/>
          <p:cNvSpPr/>
          <p:nvPr/>
        </p:nvSpPr>
        <p:spPr>
          <a:xfrm>
            <a:off x="548640" y="2455541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 </a:t>
            </a:r>
            <a:r>
              <a:rPr lang="ko-KR" alt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쿨다운 전략 </a:t>
            </a: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endParaRPr lang="en-US" sz="850"/>
          </a:p>
        </p:txBody>
      </p:sp>
      <p:sp>
        <p:nvSpPr>
          <p:cNvPr id="13" name="Shape 10"/>
          <p:cNvSpPr/>
          <p:nvPr/>
        </p:nvSpPr>
        <p:spPr>
          <a:xfrm>
            <a:off x="3246120" y="1050612"/>
            <a:ext cx="2606040" cy="16779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246120" y="1050612"/>
            <a:ext cx="2606040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265874" y="1233492"/>
            <a:ext cx="575449" cy="575449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503" y="1295727"/>
            <a:ext cx="444666" cy="44466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185337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최재혁</a:t>
            </a:r>
            <a:endParaRPr lang="en-US" sz="1400"/>
          </a:p>
        </p:txBody>
      </p:sp>
      <p:sp>
        <p:nvSpPr>
          <p:cNvPr id="18" name="Text 14"/>
          <p:cNvSpPr/>
          <p:nvPr/>
        </p:nvSpPr>
        <p:spPr>
          <a:xfrm>
            <a:off x="3337560" y="213492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기술적 분석및 전략 설계</a:t>
            </a:r>
            <a:endParaRPr lang="en-US" sz="950"/>
          </a:p>
        </p:txBody>
      </p:sp>
      <p:sp>
        <p:nvSpPr>
          <p:cNvPr id="19" name="Text 15"/>
          <p:cNvSpPr/>
          <p:nvPr/>
        </p:nvSpPr>
        <p:spPr>
          <a:xfrm>
            <a:off x="3337560" y="2455541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탐색, 전략 구조 구현</a:t>
            </a:r>
            <a:endParaRPr lang="en-US" sz="850"/>
          </a:p>
        </p:txBody>
      </p:sp>
      <p:sp>
        <p:nvSpPr>
          <p:cNvPr id="20" name="Shape 16"/>
          <p:cNvSpPr/>
          <p:nvPr/>
        </p:nvSpPr>
        <p:spPr>
          <a:xfrm>
            <a:off x="6035040" y="1050612"/>
            <a:ext cx="2606040" cy="16779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035040" y="1050612"/>
            <a:ext cx="2606040" cy="640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7054794" y="1233492"/>
            <a:ext cx="575449" cy="575449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423" y="1295727"/>
            <a:ext cx="444666" cy="44466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26480" y="185337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박준호</a:t>
            </a:r>
            <a:endParaRPr lang="en-US" sz="1400"/>
          </a:p>
        </p:txBody>
      </p:sp>
      <p:sp>
        <p:nvSpPr>
          <p:cNvPr id="25" name="Text 20"/>
          <p:cNvSpPr/>
          <p:nvPr/>
        </p:nvSpPr>
        <p:spPr>
          <a:xfrm>
            <a:off x="6126480" y="213492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매크로 분석</a:t>
            </a:r>
            <a:endParaRPr lang="en-US" sz="950"/>
          </a:p>
        </p:txBody>
      </p:sp>
      <p:sp>
        <p:nvSpPr>
          <p:cNvPr id="26" name="Text 21"/>
          <p:cNvSpPr/>
          <p:nvPr/>
        </p:nvSpPr>
        <p:spPr>
          <a:xfrm>
            <a:off x="6126480" y="2455541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레짐 판단, 거시 환경 분석</a:t>
            </a:r>
            <a:endParaRPr lang="en-US" sz="850"/>
          </a:p>
        </p:txBody>
      </p:sp>
      <p:sp>
        <p:nvSpPr>
          <p:cNvPr id="27" name="Shape 22"/>
          <p:cNvSpPr/>
          <p:nvPr/>
        </p:nvSpPr>
        <p:spPr>
          <a:xfrm>
            <a:off x="457200" y="3024945"/>
            <a:ext cx="2606040" cy="16779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457200" y="3024945"/>
            <a:ext cx="2606040" cy="6400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1476954" y="3207825"/>
            <a:ext cx="575449" cy="575449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4583" y="3270060"/>
            <a:ext cx="444666" cy="44466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8640" y="3827707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김재무</a:t>
            </a:r>
            <a:endParaRPr lang="en-US" sz="1400"/>
          </a:p>
        </p:txBody>
      </p:sp>
      <p:sp>
        <p:nvSpPr>
          <p:cNvPr id="32" name="Text 26"/>
          <p:cNvSpPr/>
          <p:nvPr/>
        </p:nvSpPr>
        <p:spPr>
          <a:xfrm>
            <a:off x="548640" y="4109261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기본적 분석</a:t>
            </a:r>
            <a:endParaRPr lang="en-US" sz="950"/>
          </a:p>
        </p:txBody>
      </p:sp>
      <p:sp>
        <p:nvSpPr>
          <p:cNvPr id="33" name="Text 27"/>
          <p:cNvSpPr/>
          <p:nvPr/>
        </p:nvSpPr>
        <p:spPr>
          <a:xfrm>
            <a:off x="548640" y="442987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유니버스 구성, 종목 스크리닝</a:t>
            </a:r>
            <a:endParaRPr lang="en-US" sz="850"/>
          </a:p>
        </p:txBody>
      </p:sp>
      <p:sp>
        <p:nvSpPr>
          <p:cNvPr id="34" name="Shape 28"/>
          <p:cNvSpPr/>
          <p:nvPr/>
        </p:nvSpPr>
        <p:spPr>
          <a:xfrm>
            <a:off x="3246120" y="3024945"/>
            <a:ext cx="2606040" cy="16779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3246120" y="3024945"/>
            <a:ext cx="260604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4265874" y="3207825"/>
            <a:ext cx="575449" cy="575449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3503" y="3270060"/>
            <a:ext cx="444666" cy="44466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337560" y="3827707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홍지훈</a:t>
            </a:r>
            <a:endParaRPr lang="en-US" sz="1400"/>
          </a:p>
        </p:txBody>
      </p:sp>
      <p:sp>
        <p:nvSpPr>
          <p:cNvPr id="39" name="Text 32"/>
          <p:cNvSpPr/>
          <p:nvPr/>
        </p:nvSpPr>
        <p:spPr>
          <a:xfrm>
            <a:off x="3337560" y="4109261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백테스트 및 성과 분석</a:t>
            </a:r>
            <a:endParaRPr lang="en-US" sz="950"/>
          </a:p>
        </p:txBody>
      </p:sp>
      <p:sp>
        <p:nvSpPr>
          <p:cNvPr id="40" name="Text 33"/>
          <p:cNvSpPr/>
          <p:nvPr/>
        </p:nvSpPr>
        <p:spPr>
          <a:xfrm>
            <a:off x="3337560" y="442987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엔진 구현, 성과 지표 산출</a:t>
            </a:r>
            <a:endParaRPr lang="en-US" sz="850"/>
          </a:p>
        </p:txBody>
      </p:sp>
      <p:sp>
        <p:nvSpPr>
          <p:cNvPr id="41" name="Shape 34"/>
          <p:cNvSpPr/>
          <p:nvPr/>
        </p:nvSpPr>
        <p:spPr>
          <a:xfrm>
            <a:off x="6035040" y="3024945"/>
            <a:ext cx="2606040" cy="16779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5"/>
          <p:cNvSpPr/>
          <p:nvPr/>
        </p:nvSpPr>
        <p:spPr>
          <a:xfrm>
            <a:off x="6035040" y="3024945"/>
            <a:ext cx="260604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6"/>
          <p:cNvSpPr/>
          <p:nvPr/>
        </p:nvSpPr>
        <p:spPr>
          <a:xfrm>
            <a:off x="7054794" y="3207825"/>
            <a:ext cx="575449" cy="575449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2423" y="3270060"/>
            <a:ext cx="444666" cy="44466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126480" y="3827707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김동호</a:t>
            </a:r>
            <a:endParaRPr lang="en-US" sz="1400"/>
          </a:p>
        </p:txBody>
      </p:sp>
      <p:sp>
        <p:nvSpPr>
          <p:cNvPr id="46" name="Text 38"/>
          <p:cNvSpPr/>
          <p:nvPr/>
        </p:nvSpPr>
        <p:spPr>
          <a:xfrm>
            <a:off x="6126480" y="4109261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 작성 및 발표</a:t>
            </a:r>
            <a:endParaRPr lang="en-US" sz="950"/>
          </a:p>
        </p:txBody>
      </p:sp>
      <p:sp>
        <p:nvSpPr>
          <p:cNvPr id="47" name="Text 39"/>
          <p:cNvSpPr/>
          <p:nvPr/>
        </p:nvSpPr>
        <p:spPr>
          <a:xfrm>
            <a:off x="6126480" y="442987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문서화, 시각화, 발표 진행</a:t>
            </a:r>
            <a:endParaRPr lang="en-US" sz="850"/>
          </a:p>
        </p:txBody>
      </p:sp>
      <p:sp>
        <p:nvSpPr>
          <p:cNvPr id="48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1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0"/>
            <a:ext cx="4114800" cy="514350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371600" cy="137160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863840" y="822960"/>
            <a:ext cx="914400" cy="914400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백테스트 설계</a:t>
            </a:r>
            <a:endParaRPr lang="en-US" sz="260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164592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룩어헤드 편향 제거와 실거래 가능성 중심의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엄격한 백테스트 구조 설계 원칙 및 방법론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백테스트 설계 원칙 및 구조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신뢰할 수 있는 실험을 위한 4가지 원칙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29768" y="914400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9768" y="914400"/>
            <a:ext cx="192024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69848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521208" y="18105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룩어헤드 편향 제거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932688" y="2231136"/>
            <a:ext cx="9144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21208" y="2340864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신호: 전월 말 기준 생성</a:t>
            </a:r>
            <a:endParaRPr lang="en-US" sz="900"/>
          </a:p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체결: 익월 첫 거래일 종가 실행</a:t>
            </a:r>
            <a:endParaRPr lang="en-US" sz="900"/>
          </a:p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현실에서 미래 정보 사용 불가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조건 구현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2551176" y="914400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551176" y="914400"/>
            <a:ext cx="192024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191256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800"/>
          </a:p>
        </p:txBody>
      </p:sp>
      <p:sp>
        <p:nvSpPr>
          <p:cNvPr id="15" name="Text 13"/>
          <p:cNvSpPr/>
          <p:nvPr/>
        </p:nvSpPr>
        <p:spPr>
          <a:xfrm>
            <a:off x="2642616" y="18105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실거래 비용 반영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054096" y="2231136"/>
            <a:ext cx="9144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642616" y="2340864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편도 거래비용: 0.15%</a:t>
            </a:r>
            <a:endParaRPr lang="en-US" sz="900"/>
          </a:p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슬리피지: 0.05%</a:t>
            </a:r>
            <a:endParaRPr lang="en-US" sz="900"/>
          </a:p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이상적 백테스트의 함정 회피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4672584" y="914400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72584" y="914400"/>
            <a:ext cx="192024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312664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4764024" y="18105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일관된 규칙 적용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5175504" y="2231136"/>
            <a:ext cx="9144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64024" y="2340864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규칙의 기계적 적용</a:t>
            </a:r>
            <a:endParaRPr lang="en-US" sz="900"/>
          </a:p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간 설정 외 조건 고정</a:t>
            </a:r>
            <a:endParaRPr lang="en-US" sz="900"/>
          </a:p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과최적화 방지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6793992" y="914400"/>
            <a:ext cx="19202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793992" y="914400"/>
            <a:ext cx="192024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434072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6885432" y="18105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복수</a:t>
            </a:r>
            <a:r>
              <a:rPr 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성과 지표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7296912" y="2231136"/>
            <a:ext cx="9144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885432" y="2340864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CAGR: 연평균 복리 수익률</a:t>
            </a:r>
            <a:endParaRPr lang="en-US" sz="900"/>
          </a:p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MDD: 최대 낙폭 (리스크)</a:t>
            </a:r>
            <a:endParaRPr lang="en-US" sz="900"/>
          </a:p>
          <a:p>
            <a:pPr marL="0" indent="0">
              <a:lnSpc>
                <a:spcPct val="140000"/>
              </a:lnSpc>
              <a:buNone/>
            </a:pPr>
            <a:r>
              <a:rPr lang="en-US" sz="9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/ Calmar: 위험조정 수익률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457200" y="3520440"/>
            <a:ext cx="8138160" cy="310896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84632" y="3493008"/>
            <a:ext cx="8138160" cy="310896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백테스트 기본 스펙</a:t>
            </a:r>
            <a:endParaRPr lang="en-US" sz="100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31336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분석 기간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2013.12 ~ 2025.12 (총 12년)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신호 생성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전월 말 기준 모멘텀 신호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체결 시점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익월 첫 거래일 종가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성과 산출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일별 수익률 기반 CAGR · MDD · Sharpe · Calmar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0"/>
            <a:ext cx="4114800" cy="514350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설계 </a:t>
            </a:r>
            <a:r>
              <a:rPr lang="ko-KR" alt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여정</a:t>
            </a:r>
            <a:endParaRPr lang="en-US" sz="260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164592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971799"/>
            <a:ext cx="347472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알파를 찾아서 떠나는 여정</a:t>
            </a:r>
            <a:endParaRPr lang="en-US" altLang="ko-KR" sz="120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유니버스 선택부터 레짐 관리까지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7단계 파라미터 탐색 및 비교 실험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937760" y="502920"/>
            <a:ext cx="3840480" cy="512064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937760" y="502920"/>
            <a:ext cx="54864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84064" y="5029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유니버스 선택 (Top 100 vs 200)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937760" y="1152144"/>
            <a:ext cx="3840480" cy="512064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937760" y="1152144"/>
            <a:ext cx="54864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84064" y="115214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모멘텀 가중치 (6-1 vs 12-1 혼합)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937760" y="1801368"/>
            <a:ext cx="3840480" cy="512064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937760" y="1801368"/>
            <a:ext cx="54864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84064" y="180136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리밸런싱 주기 (주별 vs 월별)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937760" y="2450592"/>
            <a:ext cx="3840480" cy="512064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937760" y="2450592"/>
            <a:ext cx="54864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84064" y="245059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r>
              <a:rPr lang="ko-KR" alt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쿨다운</a:t>
            </a:r>
            <a:r>
              <a:rPr lang="en-US" altLang="ko-KR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보유기간)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937760" y="3099816"/>
            <a:ext cx="3840480" cy="512064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84064" y="309981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재진입 금지기간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937760" y="3749040"/>
            <a:ext cx="3840480" cy="512064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84064" y="374904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보유 종목 수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937760" y="4398264"/>
            <a:ext cx="3840480" cy="512064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84064" y="439826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스트레스 레짐 노출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" name="Shape 18">
            <a:extLst>
              <a:ext uri="{FF2B5EF4-FFF2-40B4-BE49-F238E27FC236}">
                <a16:creationId xmlns:a16="http://schemas.microsoft.com/office/drawing/2014/main" id="{BE5BA9C1-1E79-3B9A-B50D-E00A113C6ECE}"/>
              </a:ext>
            </a:extLst>
          </p:cNvPr>
          <p:cNvSpPr/>
          <p:nvPr/>
        </p:nvSpPr>
        <p:spPr>
          <a:xfrm>
            <a:off x="4937760" y="3099816"/>
            <a:ext cx="54864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18">
            <a:extLst>
              <a:ext uri="{FF2B5EF4-FFF2-40B4-BE49-F238E27FC236}">
                <a16:creationId xmlns:a16="http://schemas.microsoft.com/office/drawing/2014/main" id="{AFBB2023-7193-FC48-1CAF-C955178BB861}"/>
              </a:ext>
            </a:extLst>
          </p:cNvPr>
          <p:cNvSpPr/>
          <p:nvPr/>
        </p:nvSpPr>
        <p:spPr>
          <a:xfrm>
            <a:off x="4940427" y="3749040"/>
            <a:ext cx="54864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5E326573-4A99-2564-89D3-E7429522C010}"/>
              </a:ext>
            </a:extLst>
          </p:cNvPr>
          <p:cNvSpPr/>
          <p:nvPr/>
        </p:nvSpPr>
        <p:spPr>
          <a:xfrm>
            <a:off x="4937760" y="4398264"/>
            <a:ext cx="54864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① 유니버스 선택: Top 100 vs Top 200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년 </a:t>
            </a:r>
            <a:r>
              <a:rPr lang="en-US" altLang="ko-KR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월초 기준의 코스피 시가총액 상위</a:t>
            </a:r>
            <a:r>
              <a:rPr lang="en-US" altLang="ko-KR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138160" cy="34747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859536"/>
            <a:ext cx="8138160" cy="3474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설정  |  모멘텀: 12-1  /  보유종목: 10개  /  쿨다운: 없음  /  레짐: 없음  /  수수료: 0.15%  /  슬리피지: 0.05%</a:t>
            </a:r>
            <a:endParaRPr lang="en-US" sz="95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987250"/>
              </p:ext>
            </p:extLst>
          </p:nvPr>
        </p:nvGraphicFramePr>
        <p:xfrm>
          <a:off x="45720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유니버스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회전율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-48.88%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6.53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Top 200 ★</a:t>
                      </a:r>
                      <a:endParaRPr lang="en-US" sz="105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24.93%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-48.73%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6.93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2395728"/>
            <a:ext cx="8138160" cy="292608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12064" y="23500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관찰</a:t>
            </a:r>
            <a:endParaRPr lang="en-US" sz="1000"/>
          </a:p>
        </p:txBody>
      </p:sp>
      <p:sp>
        <p:nvSpPr>
          <p:cNvPr id="8" name="Shape 8"/>
          <p:cNvSpPr/>
          <p:nvPr/>
        </p:nvSpPr>
        <p:spPr>
          <a:xfrm>
            <a:off x="457200" y="2743200"/>
            <a:ext cx="54864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200은 MDD가 거의 동일(-48.73% vs -48.88%)하면서 CAGR은 11%p 이상 높음 → 종목 수 확대가 리스크 없이 알파를 개선</a:t>
            </a:r>
            <a:endParaRPr lang="en-US" sz="1000"/>
          </a:p>
        </p:txBody>
      </p:sp>
      <p:sp>
        <p:nvSpPr>
          <p:cNvPr id="13" name="Shape 10"/>
          <p:cNvSpPr/>
          <p:nvPr/>
        </p:nvSpPr>
        <p:spPr>
          <a:xfrm>
            <a:off x="457200" y="3218688"/>
            <a:ext cx="54864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94360" y="3218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0.941 vs 0.676 (+39%), Calmar Ratio 0.512 vs 0.278 (+84%) — Top 200이 위험조정 기준에서도 압도적 우위</a:t>
            </a:r>
            <a:endParaRPr lang="en-US" sz="1000"/>
          </a:p>
        </p:txBody>
      </p:sp>
      <p:sp>
        <p:nvSpPr>
          <p:cNvPr id="15" name="Shape 12"/>
          <p:cNvSpPr/>
          <p:nvPr/>
        </p:nvSpPr>
        <p:spPr>
          <a:xfrm>
            <a:off x="457200" y="3694176"/>
            <a:ext cx="54864" cy="36576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94360" y="36941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Top 200을 기본 유니버스로 채택</a:t>
            </a:r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② 모멘텀 인디케이터 설계 및 가중치 비교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r>
              <a:rPr lang="en-US" altLang="ko-KR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(6-1) 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모멘텀과 중기</a:t>
            </a:r>
            <a:r>
              <a:rPr lang="en-US" altLang="ko-KR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(12-1) 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모멘텀의 혼합 비중 선택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138160" cy="34747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859536"/>
            <a:ext cx="8138160" cy="3474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설정  |  유니버스: Top 200  /  보유종목: 10개  /  </a:t>
            </a:r>
            <a:r>
              <a:rPr lang="ko-KR" alt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리밸런싱  </a:t>
            </a:r>
            <a:r>
              <a:rPr lang="en-US" altLang="ko-KR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</a:t>
            </a: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쿨다운: 없음  /  레짐: 없음  /  수수료: 0.15%  /  슬리피지: 0.05%</a:t>
            </a:r>
            <a:endParaRPr lang="en-US" sz="95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685450"/>
              </p:ext>
            </p:extLst>
          </p:nvPr>
        </p:nvGraphicFramePr>
        <p:xfrm>
          <a:off x="457200" y="1325880"/>
          <a:ext cx="8138160" cy="25679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 비중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 비중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회전율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24.93%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-48.73%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6.93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28.32%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-45.32%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1.036</a:t>
                      </a:r>
                      <a:endParaRPr lang="en-US" sz="9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9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6.90</a:t>
                      </a:r>
                      <a:endParaRPr lang="en-US" sz="9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20% ★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27.82%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-44.98%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24.95%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-46.53%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0.536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7.07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24.06%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-51.72%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23.99%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-49.44%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24.14%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-48.44%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8.41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23.36%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-47.18%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24.18%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-53.94%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25.01%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-53.52%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0.467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9.47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-56.00%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9.96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913632"/>
            <a:ext cx="813816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3957828"/>
            <a:ext cx="8138160" cy="87020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결론: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 비중 10~30% 구간에서 Sharpe·Calmar 성과 최우수.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 비중 증가 시 회전율만 단조 증가.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 추세(12-1)가 방향성을 결정하고 단기 신호(6-1)가 미세 우열을 보완 → 20:80 채택</a:t>
            </a:r>
            <a:endParaRPr lang="en-US" sz="950"/>
          </a:p>
        </p:txBody>
      </p:sp>
      <p:sp>
        <p:nvSpPr>
          <p:cNvPr id="11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9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③ 리밸런싱 주기: 주별 vs 월별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200 · 혼합 모멘텀(20:80) 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기준으로 리밸런싱 주기 비교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138160" cy="34747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859536"/>
            <a:ext cx="8138160" cy="3474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설정  |  유니버스: Top 200  /  보유종목: 10개  /  </a:t>
            </a:r>
            <a:r>
              <a:rPr lang="ko-KR" alt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혼합모멘텀 </a:t>
            </a:r>
            <a:r>
              <a:rPr lang="en-US" altLang="ko-KR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20:80  </a:t>
            </a: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쿨다운: 없음  /  레짐: 없음</a:t>
            </a:r>
            <a:endParaRPr lang="en-US" sz="95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138160" cy="8610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리밸런싱 주기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회전율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주별 리밸런싱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24.58%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-44.55%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월별 리밸런싱 ★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27.82%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-44.98%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2212848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2212848"/>
            <a:ext cx="54864" cy="21031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03504" y="23042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분석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603504" y="269748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리밸런싱이 CAGR 27.82%로 주별 24.58%보다 약 3.2%p 높다. 회전율도 월별 7.08로 주별 8.42보다 낮아,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주별 리밸런싱은 비용만 높이고 성과는 오히려 저하된다.</a:t>
            </a:r>
            <a:endParaRPr lang="en-US" sz="1000"/>
          </a:p>
        </p:txBody>
      </p:sp>
      <p:sp>
        <p:nvSpPr>
          <p:cNvPr id="8" name="Shape 10"/>
          <p:cNvSpPr/>
          <p:nvPr/>
        </p:nvSpPr>
        <p:spPr>
          <a:xfrm>
            <a:off x="4754880" y="2212848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754880" y="2212848"/>
            <a:ext cx="54864" cy="2103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901184" y="23042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논리적 근거</a:t>
            </a:r>
            <a:endParaRPr lang="en-US" sz="1100"/>
          </a:p>
        </p:txBody>
      </p:sp>
      <p:sp>
        <p:nvSpPr>
          <p:cNvPr id="16" name="Text 13"/>
          <p:cNvSpPr/>
          <p:nvPr/>
        </p:nvSpPr>
        <p:spPr>
          <a:xfrm>
            <a:off x="4901184" y="269748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전략의 핵심 신호는 12-1 모멘텀으로 정보 주기가 1개월이다. 주별 리밸런싱은 이 신호의 정보 주기보다 과도하게 잦아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종목 내 잦은 순위 변동을 유발하여 거래만 증가시킨다</a:t>
            </a:r>
            <a:endParaRPr lang="en-US" sz="1000"/>
          </a:p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월별 리밸런싱을 기본 설정으로 채택</a:t>
            </a:r>
            <a:endParaRPr lang="en-US" sz="1000"/>
          </a:p>
        </p:txBody>
      </p:sp>
      <p:sp>
        <p:nvSpPr>
          <p:cNvPr id="17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④ 쿨다운(최소 보유기간) 메커니즘 및 비교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쿨다운 적용시 연간 회전율이 낮아지는지 확인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286000" cy="379476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978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쿨다운 메커니즘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685800" y="1444752"/>
            <a:ext cx="13716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160934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1188720" y="165506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 후 N개월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의무 보유 강제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685800" y="23591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🚫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1188720" y="240487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 중 매도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 무시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📉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1188720" y="31546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노이즈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억제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685800" y="38587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💸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1188720" y="390448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거래비용 절감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실질 수익 향상</a:t>
            </a:r>
            <a:endParaRPr lang="en-US" sz="95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342582"/>
              </p:ext>
            </p:extLst>
          </p:nvPr>
        </p:nvGraphicFramePr>
        <p:xfrm>
          <a:off x="2880360" y="1323982"/>
          <a:ext cx="5715000" cy="24688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 보유기간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회전율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0개월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27.82%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-44.98%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7.08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2개월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25.06%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-52.15%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6.25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3개월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29.48%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-51.09%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1.072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5.59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4개월 ★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28.57%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-45.30%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5.04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5개월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26.66%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-43.98%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0.606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6개월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26.30%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-48.68%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4.26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9개월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21.24%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-54.54%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0.389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2880360" y="3866014"/>
            <a:ext cx="5715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2880360" y="3909832"/>
            <a:ext cx="5715000" cy="91440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4개월 최소 보유기간에서 성과(Sharpe 1.051)와 안정성(Calmar 0.631)의 균형이 최우수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회전율 7.08 → 5.04로 약 29% 감소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9개월 이상은 성과 급격 저하 — 과도한 제약의 부작용</a:t>
            </a:r>
            <a:endParaRPr lang="en-US" sz="950"/>
          </a:p>
        </p:txBody>
      </p:sp>
      <p:sp>
        <p:nvSpPr>
          <p:cNvPr id="20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24D9EC39-19A2-D866-67EA-E09DFA0F4EDC}"/>
              </a:ext>
            </a:extLst>
          </p:cNvPr>
          <p:cNvSpPr/>
          <p:nvPr/>
        </p:nvSpPr>
        <p:spPr>
          <a:xfrm>
            <a:off x="2880360" y="914400"/>
            <a:ext cx="5715000" cy="34747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AF37136C-CF75-3CCF-D164-48A2C29C731D}"/>
              </a:ext>
            </a:extLst>
          </p:cNvPr>
          <p:cNvSpPr/>
          <p:nvPr/>
        </p:nvSpPr>
        <p:spPr>
          <a:xfrm>
            <a:off x="2971800" y="857638"/>
            <a:ext cx="5715000" cy="3474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설정  |  유니버스: Top 200  /  보유종목: 10개  /  </a:t>
            </a:r>
            <a:r>
              <a:rPr lang="ko-KR" alt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혼합</a:t>
            </a: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 20:80  /  </a:t>
            </a:r>
            <a:r>
              <a:rPr lang="ko-KR" alt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리밸런싱  </a:t>
            </a:r>
            <a:r>
              <a:rPr lang="en-US" altLang="ko-KR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</a:t>
            </a: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레짐: 없음</a:t>
            </a:r>
            <a:endParaRPr lang="en-US" sz="9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⑤ 재진입 금지기간 비교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매도 후 N개월 동안 동일 종목 재매수 금지 — 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회전율이 낮아지는지 확인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138160" cy="329184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859536"/>
            <a:ext cx="8138160" cy="32918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설정  |  Top 200  /  혼합 모멘텀 20:80  /  월별 </a:t>
            </a:r>
            <a:r>
              <a:rPr lang="ko-KR" alt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리밸런싱  </a:t>
            </a:r>
            <a:r>
              <a:rPr lang="en-US" altLang="ko-KR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</a:t>
            </a: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최소보유기간 없음  /  10종목  /  레짐 없음</a:t>
            </a:r>
            <a:endParaRPr lang="en-US" sz="95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510910"/>
              </p:ext>
            </p:extLst>
          </p:nvPr>
        </p:nvGraphicFramePr>
        <p:xfrm>
          <a:off x="457200" y="1298448"/>
          <a:ext cx="8138159" cy="2194563"/>
        </p:xfrm>
        <a:graphic>
          <a:graphicData uri="http://schemas.openxmlformats.org/drawingml/2006/table">
            <a:tbl>
              <a:tblPr/>
              <a:tblGrid>
                <a:gridCol w="2504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33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재진입 금지기간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회전율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0개월 (기준값)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27.82%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-44.98%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7.08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2개월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28.64%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-46.26%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1.033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3개월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29.43%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-46.66%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4개월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28.69%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-50.32%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1.022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5개월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26.02%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-48.72%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6.96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6개월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-50.33%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566160"/>
            <a:ext cx="2606040" cy="128930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35661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9436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회전율 변화 없음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594360" y="395935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재진입 금지기간 0→6개월로 늘려도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회전율은 6.96~7.14 범위로 거의 불변.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쿨다운(최소보유기간)이 이미 같은 종목의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조기 재진입을 억제하고 있기 때문이다.</a:t>
            </a:r>
            <a:endParaRPr lang="en-US" sz="850"/>
          </a:p>
        </p:txBody>
      </p:sp>
      <p:sp>
        <p:nvSpPr>
          <p:cNvPr id="13" name="Shape 10"/>
          <p:cNvSpPr/>
          <p:nvPr/>
        </p:nvSpPr>
        <p:spPr>
          <a:xfrm>
            <a:off x="3218688" y="3566160"/>
            <a:ext cx="2606040" cy="128930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218688" y="356616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12"/>
          <p:cNvSpPr/>
          <p:nvPr/>
        </p:nvSpPr>
        <p:spPr>
          <a:xfrm>
            <a:off x="3355848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개선 불일치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3355848" y="395935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3개월 구간에서 CAGR·Sharpe가 소폭 개선되나,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4개월 이상에서는 MDD가 -50%를 넘어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오히려 리스크가 악화된다.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일관된 효과 방향이 없다.</a:t>
            </a:r>
            <a:endParaRPr lang="en-US" sz="850"/>
          </a:p>
        </p:txBody>
      </p:sp>
      <p:sp>
        <p:nvSpPr>
          <p:cNvPr id="17" name="Shape 14"/>
          <p:cNvSpPr/>
          <p:nvPr/>
        </p:nvSpPr>
        <p:spPr>
          <a:xfrm>
            <a:off x="5980176" y="3566160"/>
            <a:ext cx="2615184" cy="128930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980176" y="356616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117336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 결론: 미적용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6117336" y="395935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쿨다운이 이미 재진입 억제 역할을 수행하고 있어,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재진입 금지기간은 규칙 복잡도만 높이고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실질적 개선 효과가 없다고 판단하여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전략에서 제외한다.</a:t>
            </a:r>
            <a:endParaRPr lang="en-US" sz="850"/>
          </a:p>
        </p:txBody>
      </p:sp>
      <p:sp>
        <p:nvSpPr>
          <p:cNvPr id="21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⑥ 보유종목수 비교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동일비중 포트폴리오 — 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보유종목수에 따른 </a:t>
            </a:r>
            <a:r>
              <a:rPr lang="en-US" altLang="ko-KR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 </a:t>
            </a:r>
            <a:r>
              <a:rPr lang="en-US" altLang="ko-KR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 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 확인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138160" cy="329184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859536"/>
            <a:ext cx="8138160" cy="32918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설정  |  Top 200  /  혼합 모멘텀 20:80  /  월별 </a:t>
            </a:r>
            <a:r>
              <a:rPr lang="ko-KR" alt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리밸런싱  </a:t>
            </a:r>
            <a:r>
              <a:rPr lang="en-US" altLang="ko-KR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최소보유기간 4개월  /  재진입금지 없음  /  레짐 없음</a:t>
            </a:r>
            <a:endParaRPr lang="en-US" sz="95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135835"/>
              </p:ext>
            </p:extLst>
          </p:nvPr>
        </p:nvGraphicFramePr>
        <p:xfrm>
          <a:off x="457200" y="1298448"/>
          <a:ext cx="5212080" cy="2194563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34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보유종목수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회전율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5종목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27.13%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-60.20%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5.43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10종목 ★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28.57%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-45.30%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15종목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22.31%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-44.63%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20종목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20.08%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-43.96%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30종목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16.27%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-45.09%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50종목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13.96%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-51.72%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97880" y="1298448"/>
            <a:ext cx="2788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897880" y="1298448"/>
            <a:ext cx="64008" cy="67665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044184" y="13533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5종목: 집중도 위험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6044184" y="15910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 -60.20% — 5개 종목 중 하나의 급락이 포트폴리오 전체를 직접 타격. 허용 불가한 리스크 수준.</a:t>
            </a:r>
            <a:endParaRPr lang="en-US" sz="850"/>
          </a:p>
        </p:txBody>
      </p:sp>
      <p:sp>
        <p:nvSpPr>
          <p:cNvPr id="13" name="Shape 10"/>
          <p:cNvSpPr/>
          <p:nvPr/>
        </p:nvSpPr>
        <p:spPr>
          <a:xfrm>
            <a:off x="5897880" y="2048256"/>
            <a:ext cx="2788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897880" y="2048256"/>
            <a:ext cx="64008" cy="67665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044184" y="21031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10종목: 최적 균형점 ★</a:t>
            </a:r>
            <a:endParaRPr lang="en-US" sz="1000"/>
          </a:p>
        </p:txBody>
      </p:sp>
      <p:sp>
        <p:nvSpPr>
          <p:cNvPr id="8" name="Text 13"/>
          <p:cNvSpPr/>
          <p:nvPr/>
        </p:nvSpPr>
        <p:spPr>
          <a:xfrm>
            <a:off x="6044184" y="2340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CAGR·Sharpe·Calmar 세 지표 동시 최고.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 상위 신호에 집중하면서 충분한 분산 달성.</a:t>
            </a:r>
            <a:endParaRPr lang="en-US" sz="850"/>
          </a:p>
        </p:txBody>
      </p:sp>
      <p:sp>
        <p:nvSpPr>
          <p:cNvPr id="17" name="Shape 14"/>
          <p:cNvSpPr/>
          <p:nvPr/>
        </p:nvSpPr>
        <p:spPr>
          <a:xfrm>
            <a:off x="5897880" y="2798064"/>
            <a:ext cx="2788920" cy="6766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897880" y="2798064"/>
            <a:ext cx="64008" cy="67665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044184" y="28529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15종목 이상: 알파 희석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6044184" y="3090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 수 증가에 따라 CAGR 22%→14% 단조 하락.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 하위 신호가 상위 신호를 희석시킨다.</a:t>
            </a:r>
            <a:endParaRPr lang="en-US" sz="850"/>
          </a:p>
        </p:txBody>
      </p:sp>
      <p:sp>
        <p:nvSpPr>
          <p:cNvPr id="21" name="Shape 18"/>
          <p:cNvSpPr/>
          <p:nvPr/>
        </p:nvSpPr>
        <p:spPr>
          <a:xfrm>
            <a:off x="457200" y="3566160"/>
            <a:ext cx="813816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57200" y="3602739"/>
            <a:ext cx="8138160" cy="1060701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결론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 수 증가가 곧 분산 효과를 의미하지 않는다.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 전략에서 종목 수 확대는 상위 신호의 희석을 수반한다.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000" b="1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10종목이 알파 집중과 리스크 분산의 교차점 → 채택</a:t>
            </a:r>
            <a:endParaRPr lang="en-US" sz="1000"/>
          </a:p>
        </p:txBody>
      </p:sp>
      <p:sp>
        <p:nvSpPr>
          <p:cNvPr id="23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⑦ 스트레스 레짐 노출(Exposure) 비교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코스피200 vs MA200 기준 이진 레짐 판단 (MA200 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이하면 스트레스 레짐</a:t>
            </a:r>
            <a:r>
              <a:rPr lang="en-US" altLang="ko-KR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MDD</a:t>
            </a:r>
            <a:r>
              <a:rPr lang="ko-KR" alt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수용가능한 범위내로 제어하는것이 목표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138160" cy="34747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설정  |  Top 200  /  혼합 모멘텀  /  월별  /  최소보유기간 4개월  /  재진입금지 없음  /  10종목  |  정상 레짐: Exposure 100%  /  스트레스 레짐: Exposure 가변</a:t>
            </a:r>
            <a:endParaRPr lang="en-US" sz="9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003847"/>
              </p:ext>
            </p:extLst>
          </p:nvPr>
        </p:nvGraphicFramePr>
        <p:xfrm>
          <a:off x="457200" y="1325880"/>
          <a:ext cx="5033963" cy="3273552"/>
        </p:xfrm>
        <a:graphic>
          <a:graphicData uri="http://schemas.openxmlformats.org/drawingml/2006/table">
            <a:tbl>
              <a:tblPr/>
              <a:tblGrid>
                <a:gridCol w="740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9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회전율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9.08%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-34.66%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0.551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3.56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14.96%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-30.36%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0.493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16.58%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-28.92%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0.573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18.16%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-28.92%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19.73%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-28.91%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50% ★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21.27%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-28.91%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22.78%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-31.79%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24.27%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-35.25%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4.67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25.72%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-38.65%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1.042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27.14%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-42.00%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1.047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0.646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4.89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28.57%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-45.30%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1.051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5.04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715000" y="132588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5715000" y="1325880"/>
            <a:ext cx="54864" cy="7498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852160" y="13807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 개선</a:t>
            </a:r>
            <a:endParaRPr lang="en-US" sz="1050"/>
          </a:p>
        </p:txBody>
      </p:sp>
      <p:sp>
        <p:nvSpPr>
          <p:cNvPr id="12" name="Text 9"/>
          <p:cNvSpPr/>
          <p:nvPr/>
        </p:nvSpPr>
        <p:spPr>
          <a:xfrm>
            <a:off x="5852160" y="1673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50% 설정 시 MDD가 -45.30% → -28.91%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16.4%p 구조적 개선</a:t>
            </a:r>
            <a:endParaRPr lang="en-US" sz="950"/>
          </a:p>
        </p:txBody>
      </p:sp>
      <p:sp>
        <p:nvSpPr>
          <p:cNvPr id="13" name="Shape 10"/>
          <p:cNvSpPr/>
          <p:nvPr/>
        </p:nvSpPr>
        <p:spPr>
          <a:xfrm>
            <a:off x="5715000" y="2157984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15000" y="2157984"/>
            <a:ext cx="54864" cy="74980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852160" y="2212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 최고점</a:t>
            </a:r>
            <a:endParaRPr lang="en-US" sz="1050"/>
          </a:p>
        </p:txBody>
      </p:sp>
      <p:sp>
        <p:nvSpPr>
          <p:cNvPr id="8" name="Text 13"/>
          <p:cNvSpPr/>
          <p:nvPr/>
        </p:nvSpPr>
        <p:spPr>
          <a:xfrm>
            <a:off x="5852160" y="25054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50%에서 Calmar Ratio 0.736 달성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위험조정 수익률 최우수</a:t>
            </a:r>
            <a:endParaRPr lang="en-US" sz="950"/>
          </a:p>
        </p:txBody>
      </p:sp>
      <p:sp>
        <p:nvSpPr>
          <p:cNvPr id="17" name="Shape 14"/>
          <p:cNvSpPr/>
          <p:nvPr/>
        </p:nvSpPr>
        <p:spPr>
          <a:xfrm>
            <a:off x="5715000" y="3822192"/>
            <a:ext cx="2880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715000" y="3822192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852160" y="3877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 근거</a:t>
            </a:r>
            <a:endParaRPr lang="en-US" sz="1050"/>
          </a:p>
        </p:txBody>
      </p:sp>
      <p:sp>
        <p:nvSpPr>
          <p:cNvPr id="20" name="Text 17"/>
          <p:cNvSpPr/>
          <p:nvPr/>
        </p:nvSpPr>
        <p:spPr>
          <a:xfrm>
            <a:off x="5852160" y="4169664"/>
            <a:ext cx="26517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레짐 관리는 수익 추구가 아닌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손실 제한을 위한 필수 리스크 관리 장치</a:t>
            </a:r>
            <a:endParaRPr lang="en-US" sz="950"/>
          </a:p>
        </p:txBody>
      </p:sp>
      <p:sp>
        <p:nvSpPr>
          <p:cNvPr id="21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555ECEB6-1EE6-F377-10D8-A68BEF9B16A9}"/>
              </a:ext>
            </a:extLst>
          </p:cNvPr>
          <p:cNvSpPr/>
          <p:nvPr/>
        </p:nvSpPr>
        <p:spPr>
          <a:xfrm>
            <a:off x="5715000" y="2986278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78BE7A0C-2E74-513C-91A2-5998F7610BDD}"/>
              </a:ext>
            </a:extLst>
          </p:cNvPr>
          <p:cNvSpPr/>
          <p:nvPr/>
        </p:nvSpPr>
        <p:spPr>
          <a:xfrm>
            <a:off x="5715000" y="2986278"/>
            <a:ext cx="54864" cy="749808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8FE1B9F-A836-AA16-26A7-923B1612DD51}"/>
              </a:ext>
            </a:extLst>
          </p:cNvPr>
          <p:cNvSpPr/>
          <p:nvPr/>
        </p:nvSpPr>
        <p:spPr>
          <a:xfrm>
            <a:off x="5852160" y="304114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</a:t>
            </a:r>
            <a:r>
              <a:rPr lang="ko-KR" alt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감소</a:t>
            </a:r>
            <a:endParaRPr lang="en-US" sz="105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F8B6480-9CE9-8B4D-1A95-93E9C1479B25}"/>
              </a:ext>
            </a:extLst>
          </p:cNvPr>
          <p:cNvSpPr/>
          <p:nvPr/>
        </p:nvSpPr>
        <p:spPr>
          <a:xfrm>
            <a:off x="5852160" y="333375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50% 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시 </a:t>
            </a: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</a:t>
            </a: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28.57% → 21.27%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</a:t>
            </a:r>
            <a:endParaRPr lang="en-US" altLang="ko-KR" sz="95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감소</a:t>
            </a:r>
            <a:endParaRPr lang="en-US" sz="9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전략 구조 확정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7단계 실험을 통한 파라미터 확정</a:t>
            </a:r>
            <a:endParaRPr lang="en-US" sz="11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396761"/>
              </p:ext>
            </p:extLst>
          </p:nvPr>
        </p:nvGraphicFramePr>
        <p:xfrm>
          <a:off x="457200" y="932688"/>
          <a:ext cx="8138160" cy="3520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선택값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선택 근거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채택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유니버스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코스피 시가총액 Top 200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 동일, 알파 최대화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채택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모멘텀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 모멘텀 20%  +  12-1 모멘텀 80%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성과·안정성 균형 최적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채택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리밸런싱 주기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월별 리밸런싱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신호 주기와 일치, 비용 최소화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채택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 보유기간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4개월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회전율 29% 감소, 성과 유지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채택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재진입 금지기간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</a:t>
                      </a:r>
                      <a:endParaRPr lang="en-US" sz="1000" b="1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효과 불분명, 복잡도만 증가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제외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보유 종목 수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10종목 (동일비중)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집중과 분산의 최적점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채택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레짐 관리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F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 레짐 시 Exposure 50%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 -45% → -29% 구조적 개선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채택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0"/>
            <a:ext cx="4114800" cy="514350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371600" cy="137160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863840" y="822960"/>
            <a:ext cx="914400" cy="914400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분석</a:t>
            </a:r>
            <a:endParaRPr lang="en-US" sz="260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164592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확정 전략의 12년 백테스트 결과와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연도별·월별 수익률 분포 및 리스크 프로파일</a:t>
            </a:r>
            <a:endParaRPr lang="en-US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전략 성과 요약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스트레스 레짐 Exposure 50% 적용 기준 · 2013.12~2025.12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1554480" cy="1188720"/>
          </a:xfrm>
          <a:prstGeom prst="rect">
            <a:avLst/>
          </a:prstGeom>
          <a:solidFill>
            <a:srgbClr val="1A305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13716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21.27%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457200" y="1532534"/>
            <a:ext cx="13716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457200" y="1805940"/>
            <a:ext cx="13716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연평균 복리 수익률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2057400" y="914400"/>
            <a:ext cx="1554480" cy="1188720"/>
          </a:xfrm>
          <a:prstGeom prst="rect">
            <a:avLst/>
          </a:prstGeom>
          <a:solidFill>
            <a:srgbClr val="1A305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057400" y="91440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194560" y="987552"/>
            <a:ext cx="13716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-28.91%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2194560" y="1532534"/>
            <a:ext cx="13716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2194560" y="1805940"/>
            <a:ext cx="13716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낙폭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3794760" y="914400"/>
            <a:ext cx="1554480" cy="1188720"/>
          </a:xfrm>
          <a:prstGeom prst="rect">
            <a:avLst/>
          </a:prstGeom>
          <a:solidFill>
            <a:srgbClr val="1A305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794760" y="91440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931920" y="987552"/>
            <a:ext cx="13716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0.9915</a:t>
            </a:r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3931920" y="1532534"/>
            <a:ext cx="13716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3931920" y="1805940"/>
            <a:ext cx="13716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위험조정 수익률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5532120" y="914400"/>
            <a:ext cx="1554480" cy="1188720"/>
          </a:xfrm>
          <a:prstGeom prst="rect">
            <a:avLst/>
          </a:prstGeom>
          <a:solidFill>
            <a:srgbClr val="1A305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532120" y="91440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669280" y="987552"/>
            <a:ext cx="13716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0.7358</a:t>
            </a:r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5669280" y="1532534"/>
            <a:ext cx="13716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 Ratio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5669280" y="1805940"/>
            <a:ext cx="13716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/ MDD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7269480" y="914400"/>
            <a:ext cx="1554480" cy="1188720"/>
          </a:xfrm>
          <a:prstGeom prst="rect">
            <a:avLst/>
          </a:prstGeom>
          <a:solidFill>
            <a:srgbClr val="1A305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269480" y="91440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06640" y="987552"/>
            <a:ext cx="13716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4.49 </a:t>
            </a:r>
            <a:r>
              <a:rPr lang="ko-KR" altLang="en-US" b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</a:t>
            </a:r>
            <a:endParaRPr lang="en-US" sz="2800"/>
          </a:p>
        </p:txBody>
      </p:sp>
      <p:sp>
        <p:nvSpPr>
          <p:cNvPr id="29" name="Text 27"/>
          <p:cNvSpPr/>
          <p:nvPr/>
        </p:nvSpPr>
        <p:spPr>
          <a:xfrm>
            <a:off x="7406640" y="1532534"/>
            <a:ext cx="13716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회전율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7406640" y="1805940"/>
            <a:ext cx="13716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(449%)</a:t>
            </a:r>
            <a:endParaRPr lang="en-US" sz="850"/>
          </a:p>
        </p:txBody>
      </p:sp>
      <p:sp>
        <p:nvSpPr>
          <p:cNvPr id="32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ABFE0AA2-9122-A951-28C6-BADD80724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79128"/>
            <a:ext cx="8503920" cy="27586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성과 분포 (2015~2025)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수익률 및 MDD</a:t>
            </a:r>
            <a:endParaRPr lang="en-US" sz="11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73068"/>
              </p:ext>
            </p:extLst>
          </p:nvPr>
        </p:nvGraphicFramePr>
        <p:xfrm>
          <a:off x="320040" y="914400"/>
          <a:ext cx="8503922" cy="1371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연도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수익률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+39.4%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+4.9%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-5.8%</a:t>
                      </a:r>
                      <a:endParaRPr lang="en-US" sz="100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+123.5%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F3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+20.6%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+53.0%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-14.4%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-23.9%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-11.6%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-13.4%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-14.5%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-19.5%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-16.5%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-11.1%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-28.9%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-27.6%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-20.8%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537259989"/>
              </p:ext>
            </p:extLst>
          </p:nvPr>
        </p:nvGraphicFramePr>
        <p:xfrm>
          <a:off x="320039" y="2377440"/>
          <a:ext cx="5518785" cy="2441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BF519EF-7CAB-27AF-F2E7-A571C81ACFF8}"/>
              </a:ext>
            </a:extLst>
          </p:cNvPr>
          <p:cNvSpPr/>
          <p:nvPr/>
        </p:nvSpPr>
        <p:spPr>
          <a:xfrm>
            <a:off x="6035042" y="2377439"/>
            <a:ext cx="2788920" cy="74181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CAC5F49-C197-989F-139D-1E2D67043357}"/>
              </a:ext>
            </a:extLst>
          </p:cNvPr>
          <p:cNvSpPr/>
          <p:nvPr/>
        </p:nvSpPr>
        <p:spPr>
          <a:xfrm>
            <a:off x="6035042" y="2377439"/>
            <a:ext cx="64008" cy="74181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D44648E-02AD-BEE0-EB35-9557914582B1}"/>
              </a:ext>
            </a:extLst>
          </p:cNvPr>
          <p:cNvSpPr/>
          <p:nvPr/>
        </p:nvSpPr>
        <p:spPr>
          <a:xfrm>
            <a:off x="6181346" y="2398963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강세 구간 3선 (2015, 2020, 2025)</a:t>
            </a:r>
            <a:endParaRPr lang="en-US" sz="95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2C0D627-099A-AD5A-C4A2-2854BFABE554}"/>
              </a:ext>
            </a:extLst>
          </p:cNvPr>
          <p:cNvSpPr/>
          <p:nvPr/>
        </p:nvSpPr>
        <p:spPr>
          <a:xfrm>
            <a:off x="6181346" y="2618419"/>
            <a:ext cx="2560320" cy="476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코로나 반등·포스트팬데믹·2015 바이오 랠리 등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강한 모멘텀 국면에서 최대 알파 창출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 추종 전략의 본질적 강점</a:t>
            </a:r>
            <a:endParaRPr lang="en-US" sz="80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F797EB3-9B50-2164-D5B2-3CACE057A146}"/>
              </a:ext>
            </a:extLst>
          </p:cNvPr>
          <p:cNvSpPr/>
          <p:nvPr/>
        </p:nvSpPr>
        <p:spPr>
          <a:xfrm>
            <a:off x="6035041" y="3191833"/>
            <a:ext cx="27889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9A6CFD43-E90E-FD75-B771-64D978C32BA0}"/>
              </a:ext>
            </a:extLst>
          </p:cNvPr>
          <p:cNvSpPr/>
          <p:nvPr/>
        </p:nvSpPr>
        <p:spPr>
          <a:xfrm>
            <a:off x="6035041" y="3191833"/>
            <a:ext cx="64008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695D53DD-69E6-2C17-8659-B8255C339B92}"/>
              </a:ext>
            </a:extLst>
          </p:cNvPr>
          <p:cNvSpPr/>
          <p:nvPr/>
        </p:nvSpPr>
        <p:spPr>
          <a:xfrm>
            <a:off x="6181345" y="32133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연도 3회 (11년 중)</a:t>
            </a:r>
            <a:endParaRPr lang="en-US" sz="95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6E9CC3F-9B66-B12E-2191-67844BED3AB2}"/>
              </a:ext>
            </a:extLst>
          </p:cNvPr>
          <p:cNvSpPr/>
          <p:nvPr/>
        </p:nvSpPr>
        <p:spPr>
          <a:xfrm>
            <a:off x="6181345" y="344195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2016(-4.4%): 미중 무역 불확실성 + 국내 정치 리스크 / 2019(-5.8%): 반도체 사이클 침체 + 수출 둔화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2021(-3.2%): 2020</a:t>
            </a:r>
            <a:r>
              <a:rPr lang="ko-KR" alt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년 랠리 반작용</a:t>
            </a:r>
            <a:endParaRPr lang="en-US" sz="80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F2854FC-171D-087C-09AC-E5C71CA14853}"/>
              </a:ext>
            </a:extLst>
          </p:cNvPr>
          <p:cNvSpPr/>
          <p:nvPr/>
        </p:nvSpPr>
        <p:spPr>
          <a:xfrm>
            <a:off x="6035041" y="3996504"/>
            <a:ext cx="2788920" cy="82238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AA5C7F4E-095F-B4B8-29F7-7FDBD3AC6136}"/>
              </a:ext>
            </a:extLst>
          </p:cNvPr>
          <p:cNvSpPr/>
          <p:nvPr/>
        </p:nvSpPr>
        <p:spPr>
          <a:xfrm>
            <a:off x="6035041" y="3996504"/>
            <a:ext cx="64008" cy="822383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6E30BD0E-89F6-F718-D267-9327C4DD8AB3}"/>
              </a:ext>
            </a:extLst>
          </p:cNvPr>
          <p:cNvSpPr/>
          <p:nvPr/>
        </p:nvSpPr>
        <p:spPr>
          <a:xfrm>
            <a:off x="6181345" y="40180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급등 연도에도 MDD 제어</a:t>
            </a:r>
            <a:endParaRPr lang="en-US" sz="95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DCD7D78A-5E3E-DFEA-8720-32D9FB3C0F0B}"/>
              </a:ext>
            </a:extLst>
          </p:cNvPr>
          <p:cNvSpPr/>
          <p:nvPr/>
        </p:nvSpPr>
        <p:spPr>
          <a:xfrm>
            <a:off x="6181345" y="4237484"/>
            <a:ext cx="2560320" cy="548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2020(+123%) 강세에도 MDD -19.5%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2025(+53%)에도 -20.8% 유지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8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레짐 전환 메커니즘이 대형 손실을 구조적으로 억제하며 작동하고 있음</a:t>
            </a:r>
            <a:endParaRPr lang="en-US" sz="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수익률 히트맵 (2015~2025)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수익률(%) — 진한 녹색: 높은 수익  /  빨간색: 손실</a:t>
            </a:r>
            <a:endParaRPr lang="en-US" sz="1100"/>
          </a:p>
        </p:txBody>
      </p:sp>
      <p:sp>
        <p:nvSpPr>
          <p:cNvPr id="6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46D90C47-D7C0-64DC-7DA8-C6FA74F2A39D}"/>
              </a:ext>
            </a:extLst>
          </p:cNvPr>
          <p:cNvSpPr/>
          <p:nvPr/>
        </p:nvSpPr>
        <p:spPr>
          <a:xfrm>
            <a:off x="6692265" y="1578293"/>
            <a:ext cx="2313623" cy="78886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F1915E9B-430F-9F9A-8576-E0883441EE9C}"/>
              </a:ext>
            </a:extLst>
          </p:cNvPr>
          <p:cNvSpPr/>
          <p:nvPr/>
        </p:nvSpPr>
        <p:spPr>
          <a:xfrm>
            <a:off x="6692265" y="1578294"/>
            <a:ext cx="45719" cy="7888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D6951498-4D63-7B0E-A405-F4446C5D2C81}"/>
              </a:ext>
            </a:extLst>
          </p:cNvPr>
          <p:cNvSpPr/>
          <p:nvPr/>
        </p:nvSpPr>
        <p:spPr>
          <a:xfrm>
            <a:off x="6801993" y="1629923"/>
            <a:ext cx="21276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코로나 반등</a:t>
            </a:r>
            <a:endParaRPr lang="en-US" sz="85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A29F77A0-E824-D910-C92D-8C43507A8257}"/>
              </a:ext>
            </a:extLst>
          </p:cNvPr>
          <p:cNvSpPr/>
          <p:nvPr/>
        </p:nvSpPr>
        <p:spPr>
          <a:xfrm>
            <a:off x="6801993" y="1785370"/>
            <a:ext cx="2127695" cy="538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4~8월 연속 녹색 셀</a:t>
            </a:r>
          </a:p>
          <a:p>
            <a:pPr marL="0" indent="0">
              <a:buNone/>
            </a:pPr>
            <a:r>
              <a:rPr lang="en-US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코로나 폭락 후 V자 반등에서 </a:t>
            </a:r>
          </a:p>
          <a:p>
            <a:pPr marL="0" indent="0">
              <a:buNone/>
            </a:pPr>
            <a:r>
              <a:rPr lang="en-US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모멘텀이 강력하게 작동. </a:t>
            </a:r>
            <a:endParaRPr lang="en-US" sz="75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6988C54D-8B9A-C621-9B24-A010A65E487D}"/>
              </a:ext>
            </a:extLst>
          </p:cNvPr>
          <p:cNvSpPr/>
          <p:nvPr/>
        </p:nvSpPr>
        <p:spPr>
          <a:xfrm>
            <a:off x="6692265" y="2469833"/>
            <a:ext cx="2370773" cy="72123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7CF75273-2969-342D-C4F6-7071589AAE50}"/>
              </a:ext>
            </a:extLst>
          </p:cNvPr>
          <p:cNvSpPr/>
          <p:nvPr/>
        </p:nvSpPr>
        <p:spPr>
          <a:xfrm>
            <a:off x="6692265" y="2469833"/>
            <a:ext cx="45719" cy="72123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534D53DE-6374-32DC-01EC-FD1863B5E62A}"/>
              </a:ext>
            </a:extLst>
          </p:cNvPr>
          <p:cNvSpPr/>
          <p:nvPr/>
        </p:nvSpPr>
        <p:spPr>
          <a:xfrm>
            <a:off x="6801993" y="2521463"/>
            <a:ext cx="2215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계절성 패턴</a:t>
            </a:r>
            <a:endParaRPr lang="en-US" sz="85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9C374993-5D00-B7A9-06B4-60C3BD9E4500}"/>
              </a:ext>
            </a:extLst>
          </p:cNvPr>
          <p:cNvSpPr/>
          <p:nvPr/>
        </p:nvSpPr>
        <p:spPr>
          <a:xfrm>
            <a:off x="6801993" y="2676911"/>
            <a:ext cx="2215312" cy="509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11월이 손실 구간이 많고(2016·2021·2025: -6~-18%),</a:t>
            </a:r>
          </a:p>
          <a:p>
            <a:pPr marL="0" indent="0">
              <a:buNone/>
            </a:pPr>
            <a:r>
              <a:rPr lang="en-US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7~8월은 강세 구간 잦음. </a:t>
            </a:r>
          </a:p>
          <a:p>
            <a:pPr marL="0" indent="0">
              <a:buNone/>
            </a:pPr>
            <a:r>
              <a:rPr lang="en-US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 표본 수 한계로 단정은 주의.</a:t>
            </a:r>
            <a:endParaRPr lang="en-US" sz="750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33AE3112-84C8-30E9-3B22-A3AB8B46D83D}"/>
              </a:ext>
            </a:extLst>
          </p:cNvPr>
          <p:cNvSpPr/>
          <p:nvPr/>
        </p:nvSpPr>
        <p:spPr>
          <a:xfrm>
            <a:off x="6692265" y="3293745"/>
            <a:ext cx="2370773" cy="78791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F4D5F52F-9D48-BCE0-ACA1-0D7B1ADC6486}"/>
              </a:ext>
            </a:extLst>
          </p:cNvPr>
          <p:cNvSpPr/>
          <p:nvPr/>
        </p:nvSpPr>
        <p:spPr>
          <a:xfrm>
            <a:off x="6692265" y="3293745"/>
            <a:ext cx="45719" cy="78791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7D445F7C-FDFB-05AB-751E-77B18C071B41}"/>
              </a:ext>
            </a:extLst>
          </p:cNvPr>
          <p:cNvSpPr/>
          <p:nvPr/>
        </p:nvSpPr>
        <p:spPr>
          <a:xfrm>
            <a:off x="6801993" y="3345374"/>
            <a:ext cx="2215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극단 셀 발생 빈도</a:t>
            </a:r>
            <a:endParaRPr lang="en-US" sz="85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43D937DC-22F7-BC71-396A-30FCE728905C}"/>
              </a:ext>
            </a:extLst>
          </p:cNvPr>
          <p:cNvSpPr/>
          <p:nvPr/>
        </p:nvSpPr>
        <p:spPr>
          <a:xfrm>
            <a:off x="6801993" y="3500821"/>
            <a:ext cx="2215312" cy="547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 이하(진빨강) 셀은 132개 중 5개(3.8%). </a:t>
            </a:r>
          </a:p>
          <a:p>
            <a:pPr marL="0" indent="0">
              <a:buNone/>
            </a:pPr>
            <a:r>
              <a:rPr lang="en-US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 월은 -10%~+10% 범위. </a:t>
            </a:r>
          </a:p>
          <a:p>
            <a:pPr marL="0" indent="0">
              <a:buNone/>
            </a:pPr>
            <a:r>
              <a:rPr lang="en-US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꼬리 리스크는 드물지만 실재함.</a:t>
            </a:r>
            <a:endParaRPr lang="en-US" sz="75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26FD0CA3-37FF-B1C2-94DD-88FE3A3A0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421411"/>
              </p:ext>
            </p:extLst>
          </p:nvPr>
        </p:nvGraphicFramePr>
        <p:xfrm>
          <a:off x="320041" y="961408"/>
          <a:ext cx="6236207" cy="3833520"/>
        </p:xfrm>
        <a:graphic>
          <a:graphicData uri="http://schemas.openxmlformats.org/drawingml/2006/table">
            <a:tbl>
              <a:tblPr/>
              <a:tblGrid>
                <a:gridCol w="689014">
                  <a:extLst>
                    <a:ext uri="{9D8B030D-6E8A-4147-A177-3AD203B41FA5}">
                      <a16:colId xmlns:a16="http://schemas.microsoft.com/office/drawing/2014/main" val="3096678417"/>
                    </a:ext>
                  </a:extLst>
                </a:gridCol>
                <a:gridCol w="411494">
                  <a:extLst>
                    <a:ext uri="{9D8B030D-6E8A-4147-A177-3AD203B41FA5}">
                      <a16:colId xmlns:a16="http://schemas.microsoft.com/office/drawing/2014/main" val="1728023460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2944801023"/>
                    </a:ext>
                  </a:extLst>
                </a:gridCol>
                <a:gridCol w="411494">
                  <a:extLst>
                    <a:ext uri="{9D8B030D-6E8A-4147-A177-3AD203B41FA5}">
                      <a16:colId xmlns:a16="http://schemas.microsoft.com/office/drawing/2014/main" val="3313901233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4238477325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595567191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2022913198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1076703545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1768027585"/>
                    </a:ext>
                  </a:extLst>
                </a:gridCol>
                <a:gridCol w="411494">
                  <a:extLst>
                    <a:ext uri="{9D8B030D-6E8A-4147-A177-3AD203B41FA5}">
                      <a16:colId xmlns:a16="http://schemas.microsoft.com/office/drawing/2014/main" val="2182501145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2499364037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1989904159"/>
                    </a:ext>
                  </a:extLst>
                </a:gridCol>
                <a:gridCol w="433823">
                  <a:extLst>
                    <a:ext uri="{9D8B030D-6E8A-4147-A177-3AD203B41FA5}">
                      <a16:colId xmlns:a16="http://schemas.microsoft.com/office/drawing/2014/main" val="3205974302"/>
                    </a:ext>
                  </a:extLst>
                </a:gridCol>
              </a:tblGrid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연도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685550"/>
                  </a:ext>
                </a:extLst>
              </a:tr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+7.5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0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+9.0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D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+11.5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7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+15.4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F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-0.7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80794"/>
                  </a:ext>
                </a:extLst>
              </a:tr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3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+5.1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+8.4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-10.3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3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3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64480"/>
                  </a:ext>
                </a:extLst>
              </a:tr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+6.5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+6.6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2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+8.4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E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+9.8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B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+0.2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168255"/>
                  </a:ext>
                </a:extLst>
              </a:tr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+4.9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6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+6.1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-11.9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7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+4.5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923038"/>
                  </a:ext>
                </a:extLst>
              </a:tr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+0.4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-0.4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+5.1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893347"/>
                  </a:ext>
                </a:extLst>
              </a:tr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+9.9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A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+9.3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C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+6.3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+30.1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+17.1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B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3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+17.8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9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+5.0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360437"/>
                  </a:ext>
                </a:extLst>
              </a:tr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4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9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+4.1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4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561146"/>
                  </a:ext>
                </a:extLst>
              </a:tr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E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354146"/>
                  </a:ext>
                </a:extLst>
              </a:tr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+4.0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+4.6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-14.0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8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-12.4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+15.3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F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+25.1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9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7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B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4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+8.1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185614"/>
                  </a:ext>
                </a:extLst>
              </a:tr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3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+12.3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5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+7.9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+14.0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2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4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7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9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+2.6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724811"/>
                  </a:ext>
                </a:extLst>
              </a:tr>
              <a:tr h="3194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+4.0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+3.8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3C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+8.1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+5.7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+13.2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E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+7.0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1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-0.0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+5.1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+14.8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E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-18.3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+8.8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5069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MDD 히트맵 (2015~2025)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최대 낙폭(%) — 진한 빨간색: 큰 낙폭  /  연한 색: 방어적</a:t>
            </a:r>
            <a:endParaRPr lang="en-US" sz="1100"/>
          </a:p>
        </p:txBody>
      </p:sp>
      <p:sp>
        <p:nvSpPr>
          <p:cNvPr id="19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C21ED4E-D3BC-3FEB-6419-29F3644DB968}"/>
              </a:ext>
            </a:extLst>
          </p:cNvPr>
          <p:cNvSpPr/>
          <p:nvPr/>
        </p:nvSpPr>
        <p:spPr>
          <a:xfrm>
            <a:off x="6692265" y="1578293"/>
            <a:ext cx="2313623" cy="78886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136F48CC-C205-5795-4336-CF5C7EEB2CB5}"/>
              </a:ext>
            </a:extLst>
          </p:cNvPr>
          <p:cNvSpPr/>
          <p:nvPr/>
        </p:nvSpPr>
        <p:spPr>
          <a:xfrm>
            <a:off x="6801993" y="1629923"/>
            <a:ext cx="21276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최악의 달: 2023년 4월 -20.5%</a:t>
            </a:r>
            <a:endParaRPr lang="en-US" sz="85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A52CF59-BA96-7AE1-9727-6ABA7862F895}"/>
              </a:ext>
            </a:extLst>
          </p:cNvPr>
          <p:cNvSpPr/>
          <p:nvPr/>
        </p:nvSpPr>
        <p:spPr>
          <a:xfrm>
            <a:off x="6801993" y="1785370"/>
            <a:ext cx="2127695" cy="538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연초 기대 랠리 이후</a:t>
            </a:r>
            <a:endParaRPr lang="en-US" altLang="ko-KR" sz="75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ko-KR" sz="75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FED </a:t>
            </a:r>
            <a:r>
              <a:rPr lang="ko-KR" altLang="en-US" sz="75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피벗 지연 </a:t>
            </a:r>
            <a:r>
              <a:rPr lang="en-US" altLang="ko-KR" sz="75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+ </a:t>
            </a:r>
            <a:r>
              <a:rPr lang="ko-KR" altLang="en-US" sz="75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반도체 현실 인식 </a:t>
            </a:r>
            <a:r>
              <a:rPr lang="en-US" altLang="ko-KR" sz="75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+ </a:t>
            </a:r>
            <a:r>
              <a:rPr lang="ko-KR" altLang="en-US" sz="75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차익실현이</a:t>
            </a:r>
            <a:endParaRPr lang="en-US" altLang="ko-KR" sz="75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ko-KR" altLang="en-US" sz="75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동시에 작동한 전형적인 조정 국면</a:t>
            </a:r>
            <a:endParaRPr lang="en-US" altLang="ko-KR" sz="750">
              <a:solidFill>
                <a:srgbClr val="47556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2684F6CB-33C2-0694-0DE0-8D70AEA96A0B}"/>
              </a:ext>
            </a:extLst>
          </p:cNvPr>
          <p:cNvSpPr/>
          <p:nvPr/>
        </p:nvSpPr>
        <p:spPr>
          <a:xfrm>
            <a:off x="6692265" y="2469833"/>
            <a:ext cx="2370773" cy="72123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43B6FC6A-2F3F-EB0A-FB27-F350A38927CD}"/>
              </a:ext>
            </a:extLst>
          </p:cNvPr>
          <p:cNvSpPr/>
          <p:nvPr/>
        </p:nvSpPr>
        <p:spPr>
          <a:xfrm>
            <a:off x="6692265" y="2469833"/>
            <a:ext cx="45719" cy="72123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ABA1513E-637F-0721-8945-0422F05AFFDE}"/>
              </a:ext>
            </a:extLst>
          </p:cNvPr>
          <p:cNvSpPr/>
          <p:nvPr/>
        </p:nvSpPr>
        <p:spPr>
          <a:xfrm>
            <a:off x="6801993" y="2521463"/>
            <a:ext cx="2215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 계절: 여름·가을</a:t>
            </a:r>
            <a:endParaRPr lang="en-US" sz="85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9B2D9FD0-1451-F538-70AE-3EA3ACF9D460}"/>
              </a:ext>
            </a:extLst>
          </p:cNvPr>
          <p:cNvSpPr/>
          <p:nvPr/>
        </p:nvSpPr>
        <p:spPr>
          <a:xfrm>
            <a:off x="6801993" y="2676911"/>
            <a:ext cx="2215312" cy="509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7~9월과 10월에 -10% 이하 셀이 집중. </a:t>
            </a: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54D8B819-75F1-ACBE-E3B7-D06C07A828FB}"/>
              </a:ext>
            </a:extLst>
          </p:cNvPr>
          <p:cNvSpPr/>
          <p:nvPr/>
        </p:nvSpPr>
        <p:spPr>
          <a:xfrm>
            <a:off x="6692265" y="3293745"/>
            <a:ext cx="2370773" cy="78791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017BF8C9-FAA0-4ABC-26CA-25887C881B57}"/>
              </a:ext>
            </a:extLst>
          </p:cNvPr>
          <p:cNvSpPr/>
          <p:nvPr/>
        </p:nvSpPr>
        <p:spPr>
          <a:xfrm>
            <a:off x="6801993" y="3345374"/>
            <a:ext cx="2215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2017년: 최고의 방어력</a:t>
            </a:r>
            <a:endParaRPr lang="en-US" sz="85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2041A40E-B526-886A-B8DD-60039E91138E}"/>
              </a:ext>
            </a:extLst>
          </p:cNvPr>
          <p:cNvSpPr/>
          <p:nvPr/>
        </p:nvSpPr>
        <p:spPr>
          <a:xfrm>
            <a:off x="6801993" y="3500821"/>
            <a:ext cx="2215312" cy="547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달의 MDD가 -7% 이내. </a:t>
            </a:r>
          </a:p>
          <a:p>
            <a:r>
              <a:rPr lang="en-US" altLang="ko-KR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완만한 상승 추세에서 쿨다운 + 레짐 관리가 </a:t>
            </a:r>
          </a:p>
          <a:p>
            <a:r>
              <a:rPr lang="en-US" altLang="ko-KR" sz="7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낙폭 억제에 최적 작동.</a:t>
            </a:r>
            <a:endParaRPr lang="en-US" altLang="ko-KR" sz="750"/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48EB00A7-69BE-722E-23A6-9D1B020CCE72}"/>
              </a:ext>
            </a:extLst>
          </p:cNvPr>
          <p:cNvSpPr/>
          <p:nvPr/>
        </p:nvSpPr>
        <p:spPr>
          <a:xfrm>
            <a:off x="6689025" y="1573527"/>
            <a:ext cx="45719" cy="787909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46EE3AD7-520F-9D4B-B733-DD3D0675F0E7}"/>
              </a:ext>
            </a:extLst>
          </p:cNvPr>
          <p:cNvSpPr/>
          <p:nvPr/>
        </p:nvSpPr>
        <p:spPr>
          <a:xfrm>
            <a:off x="6697027" y="3294505"/>
            <a:ext cx="45719" cy="78714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D1B8273-EA62-B942-8A15-BB2957572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822567"/>
              </p:ext>
            </p:extLst>
          </p:nvPr>
        </p:nvGraphicFramePr>
        <p:xfrm>
          <a:off x="320039" y="961118"/>
          <a:ext cx="6236207" cy="3836676"/>
        </p:xfrm>
        <a:graphic>
          <a:graphicData uri="http://schemas.openxmlformats.org/drawingml/2006/table">
            <a:tbl>
              <a:tblPr/>
              <a:tblGrid>
                <a:gridCol w="689014">
                  <a:extLst>
                    <a:ext uri="{9D8B030D-6E8A-4147-A177-3AD203B41FA5}">
                      <a16:colId xmlns:a16="http://schemas.microsoft.com/office/drawing/2014/main" val="2258446506"/>
                    </a:ext>
                  </a:extLst>
                </a:gridCol>
                <a:gridCol w="411494">
                  <a:extLst>
                    <a:ext uri="{9D8B030D-6E8A-4147-A177-3AD203B41FA5}">
                      <a16:colId xmlns:a16="http://schemas.microsoft.com/office/drawing/2014/main" val="3401768270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3277128553"/>
                    </a:ext>
                  </a:extLst>
                </a:gridCol>
                <a:gridCol w="411494">
                  <a:extLst>
                    <a:ext uri="{9D8B030D-6E8A-4147-A177-3AD203B41FA5}">
                      <a16:colId xmlns:a16="http://schemas.microsoft.com/office/drawing/2014/main" val="3130184327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1625842148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1698076323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1383545362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670884035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3719109844"/>
                    </a:ext>
                  </a:extLst>
                </a:gridCol>
                <a:gridCol w="411494">
                  <a:extLst>
                    <a:ext uri="{9D8B030D-6E8A-4147-A177-3AD203B41FA5}">
                      <a16:colId xmlns:a16="http://schemas.microsoft.com/office/drawing/2014/main" val="1966820175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1269190988"/>
                    </a:ext>
                  </a:extLst>
                </a:gridCol>
                <a:gridCol w="484861">
                  <a:extLst>
                    <a:ext uri="{9D8B030D-6E8A-4147-A177-3AD203B41FA5}">
                      <a16:colId xmlns:a16="http://schemas.microsoft.com/office/drawing/2014/main" val="4051725372"/>
                    </a:ext>
                  </a:extLst>
                </a:gridCol>
                <a:gridCol w="433823">
                  <a:extLst>
                    <a:ext uri="{9D8B030D-6E8A-4147-A177-3AD203B41FA5}">
                      <a16:colId xmlns:a16="http://schemas.microsoft.com/office/drawing/2014/main" val="3306421670"/>
                    </a:ext>
                  </a:extLst>
                </a:gridCol>
              </a:tblGrid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연도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977076"/>
                  </a:ext>
                </a:extLst>
              </a:tr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D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-9.8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B8B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AD5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E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679478"/>
                  </a:ext>
                </a:extLst>
              </a:tr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0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0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-7.7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-7.7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D7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-10.3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5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691415"/>
                  </a:ext>
                </a:extLst>
              </a:tr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F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D9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E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0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243386"/>
                  </a:ext>
                </a:extLst>
              </a:tr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-10.6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2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1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-12.0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A8A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8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572682"/>
                  </a:ext>
                </a:extLst>
              </a:tr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0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-7.6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9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7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688674"/>
                  </a:ext>
                </a:extLst>
              </a:tr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5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E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-16.2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888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B0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-14.5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96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1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5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966447"/>
                  </a:ext>
                </a:extLst>
              </a:tr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-9.6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A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5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-7.3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2C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1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-12.8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A2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B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D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430771"/>
                  </a:ext>
                </a:extLst>
              </a:tr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0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1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4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D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6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770304"/>
                  </a:ext>
                </a:extLst>
              </a:tr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-0.8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B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-20.5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-13.1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A0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D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-13.1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A0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-10.5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B3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5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4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369337"/>
                  </a:ext>
                </a:extLst>
              </a:tr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5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1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-3.4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-13.5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9C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-17.0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838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-7.9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45540"/>
                  </a:ext>
                </a:extLst>
              </a:tr>
              <a:tr h="3197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-6.5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1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D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-2.1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-4.1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0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6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D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-5.9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-18.5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77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-8.1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C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089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0" y="0"/>
            <a:ext cx="4114800" cy="514350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0" y="274320"/>
            <a:ext cx="1371600" cy="137160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863840" y="822960"/>
            <a:ext cx="914400" cy="914400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914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한계점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164592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전략의 유효성 검증 결과,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한계점 및 향후 연구 과제</a:t>
            </a:r>
            <a:endParaRPr lang="en-US"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발견한 알파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구조적 발견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1381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64008" cy="11155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1170432" y="10515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가능한 중기 추세 구조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170432" y="14173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주식 시장에서 혼합 모멘텀(12-1 + 6-1) 신호는 12년 백테스트 전 기간에 걸쳐 일관되게 유효한 알파 소스로 작동하였다.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시기나 운에 의존하지 않는 구조적 우위를 확인했다.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81381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221992"/>
            <a:ext cx="64008" cy="11155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94360" y="2542032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2542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1170432" y="231343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쿨다운의 이중 효과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1170432" y="267919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보유기간 4개월 설정 하나만으로 회전율을 29% 낮추면서 성과(CAGR)는 오히려 개선되는 이중 효과를 확인했다.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예측 모델 없이 단순한 구조적 제약만으로도 의미 있는 개선이 가능하다.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813816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83864"/>
            <a:ext cx="64008" cy="11155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4360" y="3803904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4360" y="3803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1170432" y="357530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</a:t>
            </a:r>
            <a:r>
              <a:rPr lang="ko-KR" alt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</a:t>
            </a:r>
            <a:r>
              <a:rPr lang="en-US" sz="13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메커니즘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170432" y="394106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레짐 관리는 수익을 높이기 위한 도구가 아니라 최대 손실을 구조적으로 제한하기 위한 필수 안전장치다.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 -45.30% → -28.91%로 16.4%p 개선이 이를 증명한다.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7E466-0C43-AC8E-3134-6C3510804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8BA747-9F7B-D59B-99E7-CB14BB2D17FD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BD0E4D-059E-21AF-1368-C1306C8EFFCE}"/>
              </a:ext>
            </a:extLst>
          </p:cNvPr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36EDB2-7BA3-4936-0055-EF7562B7B67E}"/>
              </a:ext>
            </a:extLst>
          </p:cNvPr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한계점</a:t>
            </a:r>
            <a:endParaRPr lang="en-US"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3F9E7A-5B7B-0074-C42E-7F65A64CEECC}"/>
              </a:ext>
            </a:extLst>
          </p:cNvPr>
          <p:cNvSpPr/>
          <p:nvPr/>
        </p:nvSpPr>
        <p:spPr>
          <a:xfrm>
            <a:off x="411480" y="566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평가와 솔직한 한계 인식</a:t>
            </a:r>
            <a:endParaRPr lang="en-US" sz="11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2B53E68-11B4-333E-9E6B-A150C4B6ACE6}"/>
              </a:ext>
            </a:extLst>
          </p:cNvPr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609A5A-BE1C-8FE5-8DC2-36168E8887B0}"/>
              </a:ext>
            </a:extLst>
          </p:cNvPr>
          <p:cNvSpPr/>
          <p:nvPr/>
        </p:nvSpPr>
        <p:spPr>
          <a:xfrm>
            <a:off x="536257" y="8595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ko-KR" alt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질문 별 </a:t>
            </a: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2993DCF-4A7B-620E-D55B-2111E32C09F6}"/>
              </a:ext>
            </a:extLst>
          </p:cNvPr>
          <p:cNvSpPr/>
          <p:nvPr/>
        </p:nvSpPr>
        <p:spPr>
          <a:xfrm>
            <a:off x="4663440" y="914400"/>
            <a:ext cx="4023360" cy="32004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6B4A787-3C67-763F-600F-F36466CA0EEC}"/>
              </a:ext>
            </a:extLst>
          </p:cNvPr>
          <p:cNvSpPr/>
          <p:nvPr/>
        </p:nvSpPr>
        <p:spPr>
          <a:xfrm>
            <a:off x="4742497" y="8595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한계점 및 향후 과제</a:t>
            </a:r>
            <a:endParaRPr lang="en-US" sz="10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D72571A-3094-34EF-4BBF-C3E95CBAB4E2}"/>
              </a:ext>
            </a:extLst>
          </p:cNvPr>
          <p:cNvSpPr/>
          <p:nvPr/>
        </p:nvSpPr>
        <p:spPr>
          <a:xfrm>
            <a:off x="4663440" y="1298448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522E5AE-1090-D7B6-F336-B27C0D69A7F6}"/>
              </a:ext>
            </a:extLst>
          </p:cNvPr>
          <p:cNvSpPr/>
          <p:nvPr/>
        </p:nvSpPr>
        <p:spPr>
          <a:xfrm>
            <a:off x="4663440" y="1298448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7DB411B-5FF0-9516-FF16-89427DFDA4EB}"/>
              </a:ext>
            </a:extLst>
          </p:cNvPr>
          <p:cNvSpPr/>
          <p:nvPr/>
        </p:nvSpPr>
        <p:spPr>
          <a:xfrm>
            <a:off x="4800600" y="1362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생존자 편향</a:t>
            </a:r>
            <a:endParaRPr lang="en-US" sz="10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E120284-DF9D-B097-E1E9-4A629E37AA18}"/>
              </a:ext>
            </a:extLst>
          </p:cNvPr>
          <p:cNvSpPr/>
          <p:nvPr/>
        </p:nvSpPr>
        <p:spPr>
          <a:xfrm>
            <a:off x="4800600" y="1627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2023년 기준 고정 유니버스 사용 → 상장폐지·편출 종목 반영 안됨</a:t>
            </a:r>
            <a:endParaRPr lang="en-US" sz="850"/>
          </a:p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과제: 동적 유니버스 갱신 적용</a:t>
            </a:r>
            <a:endParaRPr lang="en-US" sz="8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3CBDF51-E1DB-F862-73F5-C521CBCCB8D9}"/>
              </a:ext>
            </a:extLst>
          </p:cNvPr>
          <p:cNvSpPr/>
          <p:nvPr/>
        </p:nvSpPr>
        <p:spPr>
          <a:xfrm>
            <a:off x="4663440" y="2304288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4F8E3A9-0FA6-4615-1A57-56B38F6C33D6}"/>
              </a:ext>
            </a:extLst>
          </p:cNvPr>
          <p:cNvSpPr/>
          <p:nvPr/>
        </p:nvSpPr>
        <p:spPr>
          <a:xfrm>
            <a:off x="4663440" y="2304288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DDB1C8E-EFA5-CE6C-2385-4278C72852E6}"/>
              </a:ext>
            </a:extLst>
          </p:cNvPr>
          <p:cNvSpPr/>
          <p:nvPr/>
        </p:nvSpPr>
        <p:spPr>
          <a:xfrm>
            <a:off x="4800600" y="2368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과최적화 위험</a:t>
            </a:r>
            <a:endParaRPr lang="en-US" sz="105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FC290E6-28F9-B572-5D62-AE6839B726CF}"/>
              </a:ext>
            </a:extLst>
          </p:cNvPr>
          <p:cNvSpPr/>
          <p:nvPr/>
        </p:nvSpPr>
        <p:spPr>
          <a:xfrm>
            <a:off x="4800600" y="26334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7단계 순차적 파라미터 탐색 → In-sample 과적합 가능성</a:t>
            </a:r>
            <a:endParaRPr lang="en-US" sz="850"/>
          </a:p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과제: Out-of-sample 검증 필요</a:t>
            </a:r>
            <a:endParaRPr lang="en-US" sz="8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A40B267-C23E-F5A4-CE26-F270DAE011AA}"/>
              </a:ext>
            </a:extLst>
          </p:cNvPr>
          <p:cNvSpPr/>
          <p:nvPr/>
        </p:nvSpPr>
        <p:spPr>
          <a:xfrm>
            <a:off x="4663440" y="3310128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06E5E1B-57A8-E32C-DB1F-326A8D199B8A}"/>
              </a:ext>
            </a:extLst>
          </p:cNvPr>
          <p:cNvSpPr/>
          <p:nvPr/>
        </p:nvSpPr>
        <p:spPr>
          <a:xfrm>
            <a:off x="4663440" y="3310128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EBDA2DC-0A1B-9092-8866-6AB7F6689FB3}"/>
              </a:ext>
            </a:extLst>
          </p:cNvPr>
          <p:cNvSpPr/>
          <p:nvPr/>
        </p:nvSpPr>
        <p:spPr>
          <a:xfrm>
            <a:off x="4800600" y="3374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단순화</a:t>
            </a:r>
            <a:endParaRPr lang="en-US" sz="10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A900E06-751B-CE1C-7E11-B0C44E607C1A}"/>
              </a:ext>
            </a:extLst>
          </p:cNvPr>
          <p:cNvSpPr/>
          <p:nvPr/>
        </p:nvSpPr>
        <p:spPr>
          <a:xfrm>
            <a:off x="4800600" y="3639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거래비용·슬리피지를 고정값 적용 → 실제 시장 충격 미반영</a:t>
            </a:r>
            <a:endParaRPr lang="en-US" sz="850"/>
          </a:p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과제: 규모별 슬리피지 모델링</a:t>
            </a:r>
            <a:endParaRPr lang="en-US" sz="85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92D600D-B074-8A79-FDCA-B8F7B8D2717D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AFD45B7-60EF-3CDD-5FA9-922619E3981C}"/>
              </a:ext>
            </a:extLst>
          </p:cNvPr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쿨다운 모멘텀 기반 Top-N 리밸런싱 전략</a:t>
            </a:r>
            <a:endParaRPr lang="en-US" sz="800"/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91AC9C62-F4B0-C22B-4A80-A83A64D6F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620022"/>
              </p:ext>
            </p:extLst>
          </p:nvPr>
        </p:nvGraphicFramePr>
        <p:xfrm>
          <a:off x="457200" y="1327437"/>
          <a:ext cx="3931920" cy="2129561"/>
        </p:xfrm>
        <a:graphic>
          <a:graphicData uri="http://schemas.openxmlformats.org/drawingml/2006/table">
            <a:tbl>
              <a:tblPr/>
              <a:tblGrid>
                <a:gridCol w="981075">
                  <a:extLst>
                    <a:ext uri="{9D8B030D-6E8A-4147-A177-3AD203B41FA5}">
                      <a16:colId xmlns:a16="http://schemas.microsoft.com/office/drawing/2014/main" val="2352969048"/>
                    </a:ext>
                  </a:extLst>
                </a:gridCol>
                <a:gridCol w="2950845">
                  <a:extLst>
                    <a:ext uri="{9D8B030D-6E8A-4147-A177-3AD203B41FA5}">
                      <a16:colId xmlns:a16="http://schemas.microsoft.com/office/drawing/2014/main" val="2921960298"/>
                    </a:ext>
                  </a:extLst>
                </a:gridCol>
              </a:tblGrid>
              <a:tr h="2870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검증 질문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결론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283138"/>
                  </a:ext>
                </a:extLst>
              </a:tr>
              <a:tr h="92591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Q1.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쿨다운 제약은</a:t>
                      </a:r>
                      <a:endParaRPr lang="en-US" altLang="ko-KR" sz="8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어떤 구조적 영향을 미치는가</a:t>
                      </a:r>
                      <a:r>
                        <a:rPr lang="en-US" altLang="ko-KR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쿨다운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최소 보유기간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제약은 회전율을 약 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29% 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감소시키면서도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중기 모멘텀의 유효 구간 내 보유를 강제함으로써 </a:t>
                      </a:r>
                      <a:endParaRPr lang="en-US" altLang="ko-KR" sz="800" b="1" i="0" u="none" strike="noStrike">
                        <a:solidFill>
                          <a:srgbClr val="475569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성과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(Sharpe)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와 위험조정 수익률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(Calmar)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를 동시에 개선하는</a:t>
                      </a:r>
                      <a:endParaRPr lang="en-US" altLang="ko-KR" sz="800" b="1" i="0" u="none" strike="noStrike">
                        <a:solidFill>
                          <a:srgbClr val="475569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구조적 효과를 보였다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 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다만 과도한 쿨다운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(9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개월 이상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은 성과 저하를 초래하여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,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개월 구간에서 최적의 균형점이 확인되었다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237819"/>
                  </a:ext>
                </a:extLst>
              </a:tr>
              <a:tr h="9165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Q2.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단순한 운용 구조 개선만으로 알파가 가능한가</a:t>
                      </a:r>
                      <a:r>
                        <a:rPr lang="en-US" altLang="ko-KR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새로운 예측 신호 없이도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기존 모멘텀 팩터에 운용 제약 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쿨다운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레짐 관리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을 결합하는 것만으로 </a:t>
                      </a:r>
                      <a:endParaRPr lang="en-US" altLang="ko-KR" sz="800" b="1" i="0" u="none" strike="noStrike">
                        <a:solidFill>
                          <a:srgbClr val="475569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년 장기 백테스트에서 일관된 성과와 리스크 개선을 달성했다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이는 알파가 신호 자체가 아닌 운용 구조에서 발생할 수 있음을</a:t>
                      </a:r>
                      <a:endParaRPr lang="en-US" altLang="ko-KR" sz="800" b="1" i="0" u="none" strike="noStrike">
                        <a:solidFill>
                          <a:srgbClr val="475569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시사한다</a:t>
                      </a:r>
                      <a:r>
                        <a:rPr lang="en-US" altLang="ko-KR" sz="800" b="1" i="0" u="none" strike="noStrike">
                          <a:solidFill>
                            <a:srgbClr val="475569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719725"/>
                  </a:ext>
                </a:extLst>
              </a:tr>
            </a:tbl>
          </a:graphicData>
        </a:graphic>
      </p:graphicFrame>
      <p:sp>
        <p:nvSpPr>
          <p:cNvPr id="34" name="Shape 24">
            <a:extLst>
              <a:ext uri="{FF2B5EF4-FFF2-40B4-BE49-F238E27FC236}">
                <a16:creationId xmlns:a16="http://schemas.microsoft.com/office/drawing/2014/main" id="{2C814B3F-9D1C-22B3-F70D-81E742B10EB7}"/>
              </a:ext>
            </a:extLst>
          </p:cNvPr>
          <p:cNvSpPr/>
          <p:nvPr/>
        </p:nvSpPr>
        <p:spPr>
          <a:xfrm>
            <a:off x="457200" y="3310128"/>
            <a:ext cx="3843338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E31FC118-7F8B-A374-21C1-EBFB26A48337}"/>
              </a:ext>
            </a:extLst>
          </p:cNvPr>
          <p:cNvSpPr/>
          <p:nvPr/>
        </p:nvSpPr>
        <p:spPr>
          <a:xfrm>
            <a:off x="457200" y="3310128"/>
            <a:ext cx="54864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90E051EF-BF7C-4002-6CA3-A623539BBCB4}"/>
              </a:ext>
            </a:extLst>
          </p:cNvPr>
          <p:cNvSpPr/>
          <p:nvPr/>
        </p:nvSpPr>
        <p:spPr>
          <a:xfrm>
            <a:off x="594360" y="3374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종합적 결론</a:t>
            </a:r>
            <a:endParaRPr lang="en-US" sz="1050"/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8A292107-1FEF-B041-5BE4-584DE48CCA01}"/>
              </a:ext>
            </a:extLst>
          </p:cNvPr>
          <p:cNvSpPr/>
          <p:nvPr/>
        </p:nvSpPr>
        <p:spPr>
          <a:xfrm>
            <a:off x="594360" y="3639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모멘텀 전략은 한국 시장에서도 유효하다</a:t>
            </a:r>
            <a:r>
              <a:rPr lang="en-US" altLang="ko-KR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알파의 지속성은 운용 구조의 안정성에 크게 좌우된다</a:t>
            </a:r>
            <a:r>
              <a:rPr lang="en-US" altLang="ko-KR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ko-KR" altLang="en-US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관리는 장기적으로 성과를 가능하게 하는 전제 조건이다</a:t>
            </a:r>
            <a:r>
              <a:rPr lang="en-US" altLang="ko-KR" sz="8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/>
          </a:p>
        </p:txBody>
      </p:sp>
      <p:sp>
        <p:nvSpPr>
          <p:cNvPr id="8" name="Text 27">
            <a:extLst>
              <a:ext uri="{FF2B5EF4-FFF2-40B4-BE49-F238E27FC236}">
                <a16:creationId xmlns:a16="http://schemas.microsoft.com/office/drawing/2014/main" id="{C1A0E302-B6F1-4612-6EF7-572D5384B433}"/>
              </a:ext>
            </a:extLst>
          </p:cNvPr>
          <p:cNvSpPr/>
          <p:nvPr/>
        </p:nvSpPr>
        <p:spPr>
          <a:xfrm>
            <a:off x="2239557" y="4274820"/>
            <a:ext cx="4664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b="1">
                <a:latin typeface="Calibri" pitchFamily="34" charset="0"/>
                <a:ea typeface="Calibri" pitchFamily="34" charset="-122"/>
                <a:cs typeface="Calibri" pitchFamily="34" charset="-120"/>
              </a:rPr>
              <a:t>무엇을 예측할 것인가 보다</a:t>
            </a:r>
            <a:r>
              <a:rPr lang="en-US" altLang="ko-KR" sz="1000" b="1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000" b="1"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운용할 것인가 가 </a:t>
            </a:r>
            <a:endParaRPr lang="en-US" altLang="ko-KR" sz="1000" b="1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b="1">
                <a:latin typeface="Calibri" pitchFamily="34" charset="0"/>
                <a:ea typeface="Calibri" pitchFamily="34" charset="-122"/>
                <a:cs typeface="Calibri" pitchFamily="34" charset="-120"/>
              </a:rPr>
              <a:t>알파의 지속성을 결정할 수 있다</a:t>
            </a:r>
            <a:r>
              <a:rPr lang="en-US" altLang="ko-KR" sz="1000" b="1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b="1"/>
          </a:p>
        </p:txBody>
      </p:sp>
    </p:spTree>
    <p:extLst>
      <p:ext uri="{BB962C8B-B14F-4D97-AF65-F5344CB8AC3E}">
        <p14:creationId xmlns:p14="http://schemas.microsoft.com/office/powerpoint/2010/main" val="786386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371600" y="731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6400"/>
          </a:p>
        </p:txBody>
      </p:sp>
      <p:sp>
        <p:nvSpPr>
          <p:cNvPr id="4" name="Text 2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1371600" y="2487168"/>
            <a:ext cx="27432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알파카  |  1조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1371600" y="3566160"/>
            <a:ext cx="1138238" cy="109728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371600" y="3566160"/>
            <a:ext cx="45720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463040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21.27%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1463040" y="4224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2610988" y="3566160"/>
            <a:ext cx="1138238" cy="109728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610988" y="3566160"/>
            <a:ext cx="45720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02428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-28.91%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2702428" y="4224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3855136" y="3566160"/>
            <a:ext cx="1138238" cy="109728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855136" y="3566160"/>
            <a:ext cx="45720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946576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0.9915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3946576" y="4224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089760" y="3566160"/>
            <a:ext cx="1138238" cy="109728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89760" y="3566160"/>
            <a:ext cx="45720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181200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0.7358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5181200" y="4224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6333910" y="3566160"/>
            <a:ext cx="1138238" cy="109728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333910" y="3566160"/>
            <a:ext cx="45720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25350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4.49x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6425350" y="4224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회전율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7587587" y="3566160"/>
            <a:ext cx="1138238" cy="1097280"/>
          </a:xfrm>
          <a:prstGeom prst="rect">
            <a:avLst/>
          </a:prstGeom>
          <a:solidFill>
            <a:srgbClr val="1A305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587587" y="3566160"/>
            <a:ext cx="45720" cy="10972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679027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12Y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7679027" y="42245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검증기간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64008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백테스트 기간: 2013.12 ~ 2025.12  |  코스피 시가총액 Top 200  |  쿨다운 최소 보유기간 4개월  |  스트레스 레짐 Exposure 50%</a:t>
            </a:r>
            <a:endParaRPr lang="en-US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26</Slides>
  <Notes>26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알파 탐색을 위한 투자 인디케이터 개발</dc:title>
  <dc:subject>PptxGenJS Presentation</dc:subject>
  <dc:creator>팀 알파카</dc:creator>
  <cp:revision>1</cp:revision>
  <cp:lastPrinted>2026-02-18T17:16:24Z</cp:lastPrinted>
  <dcterms:created xsi:type="dcterms:W3CDTF">2026-02-18T10:34:47Z</dcterms:created>
  <dcterms:modified xsi:type="dcterms:W3CDTF">2026-02-19T01:36:11Z</dcterms:modified>
</cp:coreProperties>
</file>