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936" y="3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0590" y="1301970"/>
            <a:ext cx="9870820" cy="1470025"/>
          </a:xfrm>
        </p:spPr>
        <p:txBody>
          <a:bodyPr>
            <a:normAutofit/>
          </a:bodyPr>
          <a:lstStyle/>
          <a:p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알파</a:t>
            </a:r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탐색을</a:t>
            </a:r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위한</a:t>
            </a:r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투자</a:t>
            </a:r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인디케이터</a:t>
            </a:r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개발</a:t>
            </a:r>
            <a:endParaRPr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2865438"/>
            <a:ext cx="6400800" cy="563563"/>
          </a:xfrm>
        </p:spPr>
        <p:txBody>
          <a:bodyPr>
            <a:normAutofit/>
          </a:bodyPr>
          <a:lstStyle/>
          <a:p>
            <a:r>
              <a:rPr sz="280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쿨다운</a:t>
            </a:r>
            <a:r>
              <a:rPr sz="28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280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모멘텀</a:t>
            </a:r>
            <a:r>
              <a:rPr sz="28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280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기반</a:t>
            </a:r>
            <a:r>
              <a:rPr sz="28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Top-N </a:t>
            </a:r>
            <a:r>
              <a:rPr sz="280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리밸런싱</a:t>
            </a:r>
            <a:r>
              <a:rPr sz="28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280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전략</a:t>
            </a:r>
            <a:endParaRPr sz="280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3A65714-30DB-D079-A2D8-57832ED4AFAF}"/>
              </a:ext>
            </a:extLst>
          </p:cNvPr>
          <p:cNvSpPr txBox="1">
            <a:spLocks/>
          </p:cNvSpPr>
          <p:nvPr/>
        </p:nvSpPr>
        <p:spPr>
          <a:xfrm>
            <a:off x="2895600" y="5462589"/>
            <a:ext cx="6400800" cy="56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sz="24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 </a:t>
            </a:r>
            <a:r>
              <a:rPr lang="en-US" altLang="ko-KR" sz="24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 sz="24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팀 알파카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</a:t>
            </a:r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배경과</a:t>
            </a:r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문제의식</a:t>
            </a:r>
            <a:endParaRPr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퀀트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전략의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핵심은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유효한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인디케이터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탐색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모멘텀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전략은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검증된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팩터이나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단점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존재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본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프로젝트는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구조적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개선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아이디어를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검증</a:t>
            </a:r>
            <a:endParaRPr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EB7E866-2687-EDA2-BF5A-396BF41BB8DA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코스피 유니버스에서 모멘텀 기반 알파 탐색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룩어헤드 편향 제거 백테스트 엔진 구현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쿨다운 제약 효과 분석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F1E7F83-80DB-FC6F-79B6-EF9B264D7C0B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및 유니버스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코스피 지수 구성 종목 </a:t>
            </a:r>
            <a:r>
              <a:rPr lang="en-US"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287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가격 데이터: yfinance (수정주가)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 1회 리밸런싱, 편도 비용 0.3%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A1D9BD8-37AD-5A42-2819-50BEF619B35C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모멘텀 인디케이터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12-1 모멘텀과 6-1 모멘텀 사용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월말 기준 수익률, 당월 데이터 제외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동일 가중 합성 스코어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69CB3CC-4BD2-B08D-B537-3821C1620825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투자전략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모멘텀 상위 N개 종목 선정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동일비중 포트폴리오 구성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월별 리밸런싱 수행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7A3CBAA-302D-354E-AE2A-80B56434425D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쿨다운</a:t>
            </a:r>
            <a:r>
              <a:rPr 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(Cooldown)</a:t>
            </a:r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메커니즘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매수 후 3개월간 매도 제한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과도한 종목 교체 방지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거래비용 및 노이즈 완화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268E659-9D7E-1F1F-1B69-D85CF78172CB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백테스트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신호 시점과 체결 시점 분리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전월 말 정보로 신호 생성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익월 첫 거래일 종가 체결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65D6D48-3B1B-C167-A58A-9040EFBD23EB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성과 지표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누적수익률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CAGR, MDD, Sharpe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연간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회전율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산출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전략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특성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종합</a:t>
            </a: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60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평가</a:t>
            </a:r>
            <a:endParaRPr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809B9F8-8BEE-B6AE-AE9A-D1D8DB764017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결과 해석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모멘텀 전략의 유효성 확인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쿨다운 제약의 안정화 효과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성과-리스크 균형 개선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05A6388-B9CA-308B-6C12-9B5093898931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한계점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생존자 편향 가능성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슬리피지 및 유동성 미반영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과최적화 위험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B074156-80AE-150B-33E3-0FCA682554A2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모멘텀은 알파 탐색의 출발점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쿨다운은 보조적 안정화 장치</a:t>
            </a:r>
            <a:endParaRPr lang="en-US" sz="36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sz="36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추가 검증을 통한 확장 가능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7E7331-05C3-3322-A547-7C9D6A5DC2F7}"/>
              </a:ext>
            </a:extLst>
          </p:cNvPr>
          <p:cNvCxnSpPr/>
          <p:nvPr/>
        </p:nvCxnSpPr>
        <p:spPr>
          <a:xfrm>
            <a:off x="0" y="142430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204</Words>
  <Application>Microsoft Office PowerPoint</Application>
  <PresentationFormat>와이드스크린</PresentationFormat>
  <Paragraphs>47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나눔고딕 ExtraBold</vt:lpstr>
      <vt:lpstr>Arial</vt:lpstr>
      <vt:lpstr>Calibri</vt:lpstr>
      <vt:lpstr>Office Theme</vt:lpstr>
      <vt:lpstr>알파 탐색을 위한 투자 인디케이터 개발</vt:lpstr>
      <vt:lpstr>프로젝트 배경과 문제의식</vt:lpstr>
      <vt:lpstr>프로젝트 목표</vt:lpstr>
      <vt:lpstr>데이터 및 유니버스</vt:lpstr>
      <vt:lpstr>모멘텀 인디케이터</vt:lpstr>
      <vt:lpstr>투자전략 개요</vt:lpstr>
      <vt:lpstr>쿨다운(Cooldown) 메커니즘</vt:lpstr>
      <vt:lpstr>백테스트 설계</vt:lpstr>
      <vt:lpstr>성과 지표</vt:lpstr>
      <vt:lpstr>결과 해석</vt:lpstr>
      <vt:lpstr>한계점</vt:lpstr>
      <vt:lpstr>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동호 김</cp:lastModifiedBy>
  <cp:revision>3</cp:revision>
  <dcterms:created xsi:type="dcterms:W3CDTF">2013-01-27T09:14:16Z</dcterms:created>
  <dcterms:modified xsi:type="dcterms:W3CDTF">2026-02-10T16:39:18Z</dcterms:modified>
  <cp:category/>
</cp:coreProperties>
</file>